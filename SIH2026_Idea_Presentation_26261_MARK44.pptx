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>
        <p:scale>
          <a:sx n="75" d="100"/>
          <a:sy n="75" d="100"/>
        </p:scale>
        <p:origin x="946" y="29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619A8A-C58F-4CDA-A6FF-84BF5196163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1E4F96B-C3FF-4178-9E88-A56E8C3310E3}">
      <dgm:prSet/>
      <dgm:spPr/>
      <dgm:t>
        <a:bodyPr/>
        <a:lstStyle/>
        <a:p>
          <a:r>
            <a:rPr lang="en-IN" b="1"/>
            <a:t>Feasibility</a:t>
          </a:r>
          <a:endParaRPr lang="en-IN"/>
        </a:p>
      </dgm:t>
    </dgm:pt>
    <dgm:pt modelId="{8822E474-C970-488C-B30D-7BF7A6421472}" type="parTrans" cxnId="{9BC54FAE-9CDF-4913-AC0A-31492E6E5715}">
      <dgm:prSet/>
      <dgm:spPr/>
      <dgm:t>
        <a:bodyPr/>
        <a:lstStyle/>
        <a:p>
          <a:endParaRPr lang="en-IN"/>
        </a:p>
      </dgm:t>
    </dgm:pt>
    <dgm:pt modelId="{4993E2B2-C7B2-4082-BCD6-2F1CD5FBCC12}" type="sibTrans" cxnId="{9BC54FAE-9CDF-4913-AC0A-31492E6E5715}">
      <dgm:prSet/>
      <dgm:spPr/>
      <dgm:t>
        <a:bodyPr/>
        <a:lstStyle/>
        <a:p>
          <a:endParaRPr lang="en-IN"/>
        </a:p>
      </dgm:t>
    </dgm:pt>
    <dgm:pt modelId="{4D8EEA14-718A-48A6-A0FA-410C41545045}">
      <dgm:prSet/>
      <dgm:spPr/>
      <dgm:t>
        <a:bodyPr/>
        <a:lstStyle/>
        <a:p>
          <a:r>
            <a:rPr lang="en-IN" b="1"/>
            <a:t>Technically ready:</a:t>
          </a:r>
          <a:r>
            <a:rPr lang="en-IN"/>
            <a:t> OCR, hashing, PDF analysis and QR/signature checks already exist as open tools</a:t>
          </a:r>
        </a:p>
      </dgm:t>
    </dgm:pt>
    <dgm:pt modelId="{1D333F82-C384-4C76-AC6F-BABBA14E0E64}" type="parTrans" cxnId="{EE908490-A104-41FC-808E-705C78043C73}">
      <dgm:prSet/>
      <dgm:spPr/>
      <dgm:t>
        <a:bodyPr/>
        <a:lstStyle/>
        <a:p>
          <a:endParaRPr lang="en-IN"/>
        </a:p>
      </dgm:t>
    </dgm:pt>
    <dgm:pt modelId="{BC01351E-A465-49E6-B88C-6A0EEFA44B1D}" type="sibTrans" cxnId="{EE908490-A104-41FC-808E-705C78043C73}">
      <dgm:prSet/>
      <dgm:spPr/>
      <dgm:t>
        <a:bodyPr/>
        <a:lstStyle/>
        <a:p>
          <a:endParaRPr lang="en-IN"/>
        </a:p>
      </dgm:t>
    </dgm:pt>
    <dgm:pt modelId="{7B2E2F32-2572-4C61-A520-0A29C4B00DD1}">
      <dgm:prSet/>
      <dgm:spPr/>
      <dgm:t>
        <a:bodyPr/>
        <a:lstStyle/>
        <a:p>
          <a:r>
            <a:rPr lang="en-IN" b="1"/>
            <a:t>Low cost:</a:t>
          </a:r>
          <a:r>
            <a:rPr lang="en-IN"/>
            <a:t> runs on a standard cloud server, no special hardware</a:t>
          </a:r>
        </a:p>
      </dgm:t>
    </dgm:pt>
    <dgm:pt modelId="{42053B17-F4DE-474B-8FDF-2F88387BA6CF}" type="parTrans" cxnId="{B1FF1F84-61FE-432F-A8D0-31943A1A8269}">
      <dgm:prSet/>
      <dgm:spPr/>
      <dgm:t>
        <a:bodyPr/>
        <a:lstStyle/>
        <a:p>
          <a:endParaRPr lang="en-IN"/>
        </a:p>
      </dgm:t>
    </dgm:pt>
    <dgm:pt modelId="{4D1936B2-E091-4FEA-A6CE-65E458649409}" type="sibTrans" cxnId="{B1FF1F84-61FE-432F-A8D0-31943A1A8269}">
      <dgm:prSet/>
      <dgm:spPr/>
      <dgm:t>
        <a:bodyPr/>
        <a:lstStyle/>
        <a:p>
          <a:endParaRPr lang="en-IN"/>
        </a:p>
      </dgm:t>
    </dgm:pt>
    <dgm:pt modelId="{5469DB8B-5023-42DA-8DFF-BF3C24035954}">
      <dgm:prSet/>
      <dgm:spPr/>
      <dgm:t>
        <a:bodyPr/>
        <a:lstStyle/>
        <a:p>
          <a:r>
            <a:rPr lang="en-IN" b="1"/>
            <a:t>Low risk to start:</a:t>
          </a:r>
          <a:r>
            <a:rPr lang="en-IN"/>
            <a:t> begins with 3 common document types and adds more later</a:t>
          </a:r>
        </a:p>
      </dgm:t>
    </dgm:pt>
    <dgm:pt modelId="{53FE32C2-ECC8-4DB0-BD83-B81CB666DDD0}" type="parTrans" cxnId="{7498D393-7E16-4B64-8B05-3C38F49B8974}">
      <dgm:prSet/>
      <dgm:spPr/>
      <dgm:t>
        <a:bodyPr/>
        <a:lstStyle/>
        <a:p>
          <a:endParaRPr lang="en-IN"/>
        </a:p>
      </dgm:t>
    </dgm:pt>
    <dgm:pt modelId="{AD5D7535-8D53-494A-96C2-3776319CD538}" type="sibTrans" cxnId="{7498D393-7E16-4B64-8B05-3C38F49B8974}">
      <dgm:prSet/>
      <dgm:spPr/>
      <dgm:t>
        <a:bodyPr/>
        <a:lstStyle/>
        <a:p>
          <a:endParaRPr lang="en-IN"/>
        </a:p>
      </dgm:t>
    </dgm:pt>
    <dgm:pt modelId="{DAB324BB-93F4-4DAA-A99C-D7B8C8BD2132}">
      <dgm:prSet/>
      <dgm:spPr/>
      <dgm:t>
        <a:bodyPr/>
        <a:lstStyle/>
        <a:p>
          <a:r>
            <a:rPr lang="en-IN" b="1"/>
            <a:t>Easy to plug in:</a:t>
          </a:r>
          <a:r>
            <a:rPr lang="en-IN"/>
            <a:t> works beside the AICTE portal through REST APIs, no rebuild needed</a:t>
          </a:r>
        </a:p>
      </dgm:t>
    </dgm:pt>
    <dgm:pt modelId="{8B68A182-28E1-441C-B703-22E264B2A2B5}" type="parTrans" cxnId="{52691BCA-C9A0-457F-9A3C-66333889BC34}">
      <dgm:prSet/>
      <dgm:spPr/>
      <dgm:t>
        <a:bodyPr/>
        <a:lstStyle/>
        <a:p>
          <a:endParaRPr lang="en-IN"/>
        </a:p>
      </dgm:t>
    </dgm:pt>
    <dgm:pt modelId="{D442FE40-1A6B-47B1-83D6-777F595EFC20}" type="sibTrans" cxnId="{52691BCA-C9A0-457F-9A3C-66333889BC34}">
      <dgm:prSet/>
      <dgm:spPr/>
      <dgm:t>
        <a:bodyPr/>
        <a:lstStyle/>
        <a:p>
          <a:endParaRPr lang="en-IN"/>
        </a:p>
      </dgm:t>
    </dgm:pt>
    <dgm:pt modelId="{4B9E9887-DBFE-403A-944B-6C242993050F}">
      <dgm:prSet/>
      <dgm:spPr/>
      <dgm:t>
        <a:bodyPr/>
        <a:lstStyle/>
        <a:p>
          <a:r>
            <a:rPr lang="en-IN" b="1"/>
            <a:t>Legally safe:</a:t>
          </a:r>
          <a:r>
            <a:rPr lang="en-IN"/>
            <a:t> uses only authorized sources and role-based access</a:t>
          </a:r>
        </a:p>
      </dgm:t>
    </dgm:pt>
    <dgm:pt modelId="{FA8ABDF4-09A7-449B-A52B-7BE28EBDEA3B}" type="parTrans" cxnId="{80414805-E636-4B4D-9397-41A158B5A5A3}">
      <dgm:prSet/>
      <dgm:spPr/>
      <dgm:t>
        <a:bodyPr/>
        <a:lstStyle/>
        <a:p>
          <a:endParaRPr lang="en-IN"/>
        </a:p>
      </dgm:t>
    </dgm:pt>
    <dgm:pt modelId="{1DB26753-AE11-402E-8B79-E046D45B3A19}" type="sibTrans" cxnId="{80414805-E636-4B4D-9397-41A158B5A5A3}">
      <dgm:prSet/>
      <dgm:spPr/>
      <dgm:t>
        <a:bodyPr/>
        <a:lstStyle/>
        <a:p>
          <a:endParaRPr lang="en-IN"/>
        </a:p>
      </dgm:t>
    </dgm:pt>
    <dgm:pt modelId="{B9A4792F-97E8-4ED8-AB87-DF67E67C02CA}" type="pres">
      <dgm:prSet presAssocID="{CE619A8A-C58F-4CDA-A6FF-84BF51961638}" presName="CompostProcess" presStyleCnt="0">
        <dgm:presLayoutVars>
          <dgm:dir/>
          <dgm:resizeHandles val="exact"/>
        </dgm:presLayoutVars>
      </dgm:prSet>
      <dgm:spPr/>
    </dgm:pt>
    <dgm:pt modelId="{EACC9E24-078B-4472-95AF-1D71F31FD3AE}" type="pres">
      <dgm:prSet presAssocID="{CE619A8A-C58F-4CDA-A6FF-84BF51961638}" presName="arrow" presStyleLbl="bgShp" presStyleIdx="0" presStyleCnt="1"/>
      <dgm:spPr/>
    </dgm:pt>
    <dgm:pt modelId="{B34AE36E-B26A-4B29-8039-AF23F8587849}" type="pres">
      <dgm:prSet presAssocID="{CE619A8A-C58F-4CDA-A6FF-84BF51961638}" presName="linearProcess" presStyleCnt="0"/>
      <dgm:spPr/>
    </dgm:pt>
    <dgm:pt modelId="{AE3DDCCD-B4A9-4CC0-8EAE-FAC96B2047A7}" type="pres">
      <dgm:prSet presAssocID="{B1E4F96B-C3FF-4178-9E88-A56E8C3310E3}" presName="textNode" presStyleLbl="node1" presStyleIdx="0" presStyleCnt="6">
        <dgm:presLayoutVars>
          <dgm:bulletEnabled val="1"/>
        </dgm:presLayoutVars>
      </dgm:prSet>
      <dgm:spPr/>
    </dgm:pt>
    <dgm:pt modelId="{9BC4B212-66A6-4D40-B6B8-7FDA5A931AE2}" type="pres">
      <dgm:prSet presAssocID="{4993E2B2-C7B2-4082-BCD6-2F1CD5FBCC12}" presName="sibTrans" presStyleCnt="0"/>
      <dgm:spPr/>
    </dgm:pt>
    <dgm:pt modelId="{A5748DB1-FFE3-48E2-B86B-1269047369E2}" type="pres">
      <dgm:prSet presAssocID="{4D8EEA14-718A-48A6-A0FA-410C41545045}" presName="textNode" presStyleLbl="node1" presStyleIdx="1" presStyleCnt="6">
        <dgm:presLayoutVars>
          <dgm:bulletEnabled val="1"/>
        </dgm:presLayoutVars>
      </dgm:prSet>
      <dgm:spPr/>
    </dgm:pt>
    <dgm:pt modelId="{FFC18AEB-FA03-42A9-BF78-F08B78E8A6DA}" type="pres">
      <dgm:prSet presAssocID="{BC01351E-A465-49E6-B88C-6A0EEFA44B1D}" presName="sibTrans" presStyleCnt="0"/>
      <dgm:spPr/>
    </dgm:pt>
    <dgm:pt modelId="{86519452-96AB-4DF4-B961-6E3BD96EA3C9}" type="pres">
      <dgm:prSet presAssocID="{7B2E2F32-2572-4C61-A520-0A29C4B00DD1}" presName="textNode" presStyleLbl="node1" presStyleIdx="2" presStyleCnt="6">
        <dgm:presLayoutVars>
          <dgm:bulletEnabled val="1"/>
        </dgm:presLayoutVars>
      </dgm:prSet>
      <dgm:spPr/>
    </dgm:pt>
    <dgm:pt modelId="{1AD4E630-2406-400D-AFD1-F870C1555B4D}" type="pres">
      <dgm:prSet presAssocID="{4D1936B2-E091-4FEA-A6CE-65E458649409}" presName="sibTrans" presStyleCnt="0"/>
      <dgm:spPr/>
    </dgm:pt>
    <dgm:pt modelId="{F7C41FB0-B2FF-43ED-AC3F-29D9BF091BD1}" type="pres">
      <dgm:prSet presAssocID="{5469DB8B-5023-42DA-8DFF-BF3C24035954}" presName="textNode" presStyleLbl="node1" presStyleIdx="3" presStyleCnt="6">
        <dgm:presLayoutVars>
          <dgm:bulletEnabled val="1"/>
        </dgm:presLayoutVars>
      </dgm:prSet>
      <dgm:spPr/>
    </dgm:pt>
    <dgm:pt modelId="{3B593F39-BEFC-47C6-8D50-6FCABC6A2E30}" type="pres">
      <dgm:prSet presAssocID="{AD5D7535-8D53-494A-96C2-3776319CD538}" presName="sibTrans" presStyleCnt="0"/>
      <dgm:spPr/>
    </dgm:pt>
    <dgm:pt modelId="{09CF3744-0F25-4CFD-866A-666DA30D6A8C}" type="pres">
      <dgm:prSet presAssocID="{DAB324BB-93F4-4DAA-A99C-D7B8C8BD2132}" presName="textNode" presStyleLbl="node1" presStyleIdx="4" presStyleCnt="6">
        <dgm:presLayoutVars>
          <dgm:bulletEnabled val="1"/>
        </dgm:presLayoutVars>
      </dgm:prSet>
      <dgm:spPr/>
    </dgm:pt>
    <dgm:pt modelId="{2CAB2DE1-5DE4-4063-B842-510AC10C4004}" type="pres">
      <dgm:prSet presAssocID="{D442FE40-1A6B-47B1-83D6-777F595EFC20}" presName="sibTrans" presStyleCnt="0"/>
      <dgm:spPr/>
    </dgm:pt>
    <dgm:pt modelId="{177E6077-CC60-4CCA-8191-571404F192B7}" type="pres">
      <dgm:prSet presAssocID="{4B9E9887-DBFE-403A-944B-6C242993050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D368401-779A-4B8F-AD5E-BD238AA044A6}" type="presOf" srcId="{5469DB8B-5023-42DA-8DFF-BF3C24035954}" destId="{F7C41FB0-B2FF-43ED-AC3F-29D9BF091BD1}" srcOrd="0" destOrd="0" presId="urn:microsoft.com/office/officeart/2005/8/layout/hProcess9"/>
    <dgm:cxn modelId="{80414805-E636-4B4D-9397-41A158B5A5A3}" srcId="{CE619A8A-C58F-4CDA-A6FF-84BF51961638}" destId="{4B9E9887-DBFE-403A-944B-6C242993050F}" srcOrd="5" destOrd="0" parTransId="{FA8ABDF4-09A7-449B-A52B-7BE28EBDEA3B}" sibTransId="{1DB26753-AE11-402E-8B79-E046D45B3A19}"/>
    <dgm:cxn modelId="{83CAA023-991F-46A5-8652-AC99C95877AD}" type="presOf" srcId="{4D8EEA14-718A-48A6-A0FA-410C41545045}" destId="{A5748DB1-FFE3-48E2-B86B-1269047369E2}" srcOrd="0" destOrd="0" presId="urn:microsoft.com/office/officeart/2005/8/layout/hProcess9"/>
    <dgm:cxn modelId="{8F6CD060-0772-4BC5-931C-52CFEB3441C1}" type="presOf" srcId="{7B2E2F32-2572-4C61-A520-0A29C4B00DD1}" destId="{86519452-96AB-4DF4-B961-6E3BD96EA3C9}" srcOrd="0" destOrd="0" presId="urn:microsoft.com/office/officeart/2005/8/layout/hProcess9"/>
    <dgm:cxn modelId="{7E90B64B-E170-4AFF-972A-C4EDE5E34B3F}" type="presOf" srcId="{4B9E9887-DBFE-403A-944B-6C242993050F}" destId="{177E6077-CC60-4CCA-8191-571404F192B7}" srcOrd="0" destOrd="0" presId="urn:microsoft.com/office/officeart/2005/8/layout/hProcess9"/>
    <dgm:cxn modelId="{366DAA80-945C-4F9F-B2D9-670C3852435B}" type="presOf" srcId="{B1E4F96B-C3FF-4178-9E88-A56E8C3310E3}" destId="{AE3DDCCD-B4A9-4CC0-8EAE-FAC96B2047A7}" srcOrd="0" destOrd="0" presId="urn:microsoft.com/office/officeart/2005/8/layout/hProcess9"/>
    <dgm:cxn modelId="{B1FF1F84-61FE-432F-A8D0-31943A1A8269}" srcId="{CE619A8A-C58F-4CDA-A6FF-84BF51961638}" destId="{7B2E2F32-2572-4C61-A520-0A29C4B00DD1}" srcOrd="2" destOrd="0" parTransId="{42053B17-F4DE-474B-8FDF-2F88387BA6CF}" sibTransId="{4D1936B2-E091-4FEA-A6CE-65E458649409}"/>
    <dgm:cxn modelId="{EE908490-A104-41FC-808E-705C78043C73}" srcId="{CE619A8A-C58F-4CDA-A6FF-84BF51961638}" destId="{4D8EEA14-718A-48A6-A0FA-410C41545045}" srcOrd="1" destOrd="0" parTransId="{1D333F82-C384-4C76-AC6F-BABBA14E0E64}" sibTransId="{BC01351E-A465-49E6-B88C-6A0EEFA44B1D}"/>
    <dgm:cxn modelId="{7498D393-7E16-4B64-8B05-3C38F49B8974}" srcId="{CE619A8A-C58F-4CDA-A6FF-84BF51961638}" destId="{5469DB8B-5023-42DA-8DFF-BF3C24035954}" srcOrd="3" destOrd="0" parTransId="{53FE32C2-ECC8-4DB0-BD83-B81CB666DDD0}" sibTransId="{AD5D7535-8D53-494A-96C2-3776319CD538}"/>
    <dgm:cxn modelId="{9BC54FAE-9CDF-4913-AC0A-31492E6E5715}" srcId="{CE619A8A-C58F-4CDA-A6FF-84BF51961638}" destId="{B1E4F96B-C3FF-4178-9E88-A56E8C3310E3}" srcOrd="0" destOrd="0" parTransId="{8822E474-C970-488C-B30D-7BF7A6421472}" sibTransId="{4993E2B2-C7B2-4082-BCD6-2F1CD5FBCC12}"/>
    <dgm:cxn modelId="{52691BCA-C9A0-457F-9A3C-66333889BC34}" srcId="{CE619A8A-C58F-4CDA-A6FF-84BF51961638}" destId="{DAB324BB-93F4-4DAA-A99C-D7B8C8BD2132}" srcOrd="4" destOrd="0" parTransId="{8B68A182-28E1-441C-B703-22E264B2A2B5}" sibTransId="{D442FE40-1A6B-47B1-83D6-777F595EFC20}"/>
    <dgm:cxn modelId="{D335B7D5-96A8-493D-9914-67187FC9842E}" type="presOf" srcId="{DAB324BB-93F4-4DAA-A99C-D7B8C8BD2132}" destId="{09CF3744-0F25-4CFD-866A-666DA30D6A8C}" srcOrd="0" destOrd="0" presId="urn:microsoft.com/office/officeart/2005/8/layout/hProcess9"/>
    <dgm:cxn modelId="{244A5BF9-A4AB-4D9E-B780-D8912F9C6876}" type="presOf" srcId="{CE619A8A-C58F-4CDA-A6FF-84BF51961638}" destId="{B9A4792F-97E8-4ED8-AB87-DF67E67C02CA}" srcOrd="0" destOrd="0" presId="urn:microsoft.com/office/officeart/2005/8/layout/hProcess9"/>
    <dgm:cxn modelId="{8D73C2FC-332E-4998-8F68-19C57E853CB4}" type="presParOf" srcId="{B9A4792F-97E8-4ED8-AB87-DF67E67C02CA}" destId="{EACC9E24-078B-4472-95AF-1D71F31FD3AE}" srcOrd="0" destOrd="0" presId="urn:microsoft.com/office/officeart/2005/8/layout/hProcess9"/>
    <dgm:cxn modelId="{0F9359F2-4262-48D3-9757-CF70FD76CD4A}" type="presParOf" srcId="{B9A4792F-97E8-4ED8-AB87-DF67E67C02CA}" destId="{B34AE36E-B26A-4B29-8039-AF23F8587849}" srcOrd="1" destOrd="0" presId="urn:microsoft.com/office/officeart/2005/8/layout/hProcess9"/>
    <dgm:cxn modelId="{EF5D1F1E-F0C3-46DC-AF4D-B7F6CB9A5B8A}" type="presParOf" srcId="{B34AE36E-B26A-4B29-8039-AF23F8587849}" destId="{AE3DDCCD-B4A9-4CC0-8EAE-FAC96B2047A7}" srcOrd="0" destOrd="0" presId="urn:microsoft.com/office/officeart/2005/8/layout/hProcess9"/>
    <dgm:cxn modelId="{440F8F55-A56B-4597-8C1D-42A6D05C7A0B}" type="presParOf" srcId="{B34AE36E-B26A-4B29-8039-AF23F8587849}" destId="{9BC4B212-66A6-4D40-B6B8-7FDA5A931AE2}" srcOrd="1" destOrd="0" presId="urn:microsoft.com/office/officeart/2005/8/layout/hProcess9"/>
    <dgm:cxn modelId="{490D5315-4F5A-4582-94F3-872AD1DF6D25}" type="presParOf" srcId="{B34AE36E-B26A-4B29-8039-AF23F8587849}" destId="{A5748DB1-FFE3-48E2-B86B-1269047369E2}" srcOrd="2" destOrd="0" presId="urn:microsoft.com/office/officeart/2005/8/layout/hProcess9"/>
    <dgm:cxn modelId="{34C07030-EC6C-44F9-97E8-4BE2B4D9CDE6}" type="presParOf" srcId="{B34AE36E-B26A-4B29-8039-AF23F8587849}" destId="{FFC18AEB-FA03-42A9-BF78-F08B78E8A6DA}" srcOrd="3" destOrd="0" presId="urn:microsoft.com/office/officeart/2005/8/layout/hProcess9"/>
    <dgm:cxn modelId="{6E9C9E30-43A6-426D-9A7E-7D95F23E2DA2}" type="presParOf" srcId="{B34AE36E-B26A-4B29-8039-AF23F8587849}" destId="{86519452-96AB-4DF4-B961-6E3BD96EA3C9}" srcOrd="4" destOrd="0" presId="urn:microsoft.com/office/officeart/2005/8/layout/hProcess9"/>
    <dgm:cxn modelId="{4CD842D1-7937-4D10-B08D-BF5288ED4DE1}" type="presParOf" srcId="{B34AE36E-B26A-4B29-8039-AF23F8587849}" destId="{1AD4E630-2406-400D-AFD1-F870C1555B4D}" srcOrd="5" destOrd="0" presId="urn:microsoft.com/office/officeart/2005/8/layout/hProcess9"/>
    <dgm:cxn modelId="{65D96935-324B-4C51-8CCA-32B9922B4B56}" type="presParOf" srcId="{B34AE36E-B26A-4B29-8039-AF23F8587849}" destId="{F7C41FB0-B2FF-43ED-AC3F-29D9BF091BD1}" srcOrd="6" destOrd="0" presId="urn:microsoft.com/office/officeart/2005/8/layout/hProcess9"/>
    <dgm:cxn modelId="{BDE25709-6656-44F0-B9DD-B84673A13C50}" type="presParOf" srcId="{B34AE36E-B26A-4B29-8039-AF23F8587849}" destId="{3B593F39-BEFC-47C6-8D50-6FCABC6A2E30}" srcOrd="7" destOrd="0" presId="urn:microsoft.com/office/officeart/2005/8/layout/hProcess9"/>
    <dgm:cxn modelId="{57C3B312-8781-4C48-B439-E58C488FE942}" type="presParOf" srcId="{B34AE36E-B26A-4B29-8039-AF23F8587849}" destId="{09CF3744-0F25-4CFD-866A-666DA30D6A8C}" srcOrd="8" destOrd="0" presId="urn:microsoft.com/office/officeart/2005/8/layout/hProcess9"/>
    <dgm:cxn modelId="{2E39CA60-92A7-40A6-BB36-3C1A8D7585B5}" type="presParOf" srcId="{B34AE36E-B26A-4B29-8039-AF23F8587849}" destId="{2CAB2DE1-5DE4-4063-B842-510AC10C4004}" srcOrd="9" destOrd="0" presId="urn:microsoft.com/office/officeart/2005/8/layout/hProcess9"/>
    <dgm:cxn modelId="{94FEA844-C5CD-49EB-A12D-D2E26340EBDC}" type="presParOf" srcId="{B34AE36E-B26A-4B29-8039-AF23F8587849}" destId="{177E6077-CC60-4CCA-8191-571404F192B7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E8F54F-E253-4ACD-A785-6BA4532DF991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EEA124C-4EE4-46FE-9406-BF6C6F6D42AB}">
      <dgm:prSet/>
      <dgm:spPr/>
      <dgm:t>
        <a:bodyPr/>
        <a:lstStyle/>
        <a:p>
          <a:r>
            <a:rPr lang="en-IN" b="1" dirty="0"/>
            <a:t>Benefits</a:t>
          </a:r>
          <a:endParaRPr lang="en-IN" dirty="0"/>
        </a:p>
      </dgm:t>
    </dgm:pt>
    <dgm:pt modelId="{515B01A2-D3B1-4666-B569-D63A0652B532}" type="parTrans" cxnId="{C5A35A8E-3DDC-4143-A2B6-8564E3FF8E46}">
      <dgm:prSet/>
      <dgm:spPr/>
      <dgm:t>
        <a:bodyPr/>
        <a:lstStyle/>
        <a:p>
          <a:endParaRPr lang="en-IN"/>
        </a:p>
      </dgm:t>
    </dgm:pt>
    <dgm:pt modelId="{ADAD6075-DFBD-4189-9B8A-80DF2943A952}" type="sibTrans" cxnId="{C5A35A8E-3DDC-4143-A2B6-8564E3FF8E46}">
      <dgm:prSet/>
      <dgm:spPr/>
      <dgm:t>
        <a:bodyPr/>
        <a:lstStyle/>
        <a:p>
          <a:endParaRPr lang="en-IN"/>
        </a:p>
      </dgm:t>
    </dgm:pt>
    <dgm:pt modelId="{6E0E7866-7F8B-4068-B062-EA9F57F27DA9}">
      <dgm:prSet/>
      <dgm:spPr/>
      <dgm:t>
        <a:bodyPr/>
        <a:lstStyle/>
        <a:p>
          <a:r>
            <a:rPr lang="en-IN" b="1"/>
            <a:t>Social:</a:t>
          </a:r>
          <a:r>
            <a:rPr lang="en-IN"/>
            <a:t> fair, evidence-based decisions. Good institutions are not wrongly flagged, and fake documents are caught</a:t>
          </a:r>
        </a:p>
      </dgm:t>
    </dgm:pt>
    <dgm:pt modelId="{D84BA8A7-C2DA-426A-A0E0-A82DA066B21D}" type="parTrans" cxnId="{FFF21CFA-6D88-46CB-B0ED-EDA1D3425A77}">
      <dgm:prSet/>
      <dgm:spPr/>
      <dgm:t>
        <a:bodyPr/>
        <a:lstStyle/>
        <a:p>
          <a:endParaRPr lang="en-IN"/>
        </a:p>
      </dgm:t>
    </dgm:pt>
    <dgm:pt modelId="{74B675E0-3FA5-42FF-9228-D6F97F754C59}" type="sibTrans" cxnId="{FFF21CFA-6D88-46CB-B0ED-EDA1D3425A77}">
      <dgm:prSet/>
      <dgm:spPr/>
      <dgm:t>
        <a:bodyPr/>
        <a:lstStyle/>
        <a:p>
          <a:endParaRPr lang="en-IN"/>
        </a:p>
      </dgm:t>
    </dgm:pt>
    <dgm:pt modelId="{C193FE25-20A1-4939-B35D-1968F74DDB44}">
      <dgm:prSet/>
      <dgm:spPr/>
      <dgm:t>
        <a:bodyPr/>
        <a:lstStyle/>
        <a:p>
          <a:r>
            <a:rPr lang="en-IN" b="1"/>
            <a:t>Economic:</a:t>
          </a:r>
          <a:r>
            <a:rPr lang="en-IN"/>
            <a:t> less officer time per application, fewer returned applications and re-submissions, lower inspection cost since only flagged cases need visits</a:t>
          </a:r>
        </a:p>
      </dgm:t>
    </dgm:pt>
    <dgm:pt modelId="{CD43A0F3-DC8F-4863-99B5-A6B8CEDC97C7}" type="parTrans" cxnId="{F8909BF0-94A8-48C8-9F22-63B2A9EF48CF}">
      <dgm:prSet/>
      <dgm:spPr/>
      <dgm:t>
        <a:bodyPr/>
        <a:lstStyle/>
        <a:p>
          <a:endParaRPr lang="en-IN"/>
        </a:p>
      </dgm:t>
    </dgm:pt>
    <dgm:pt modelId="{BF4AF370-6E89-48B8-9704-1C3D180C094D}" type="sibTrans" cxnId="{F8909BF0-94A8-48C8-9F22-63B2A9EF48CF}">
      <dgm:prSet/>
      <dgm:spPr/>
      <dgm:t>
        <a:bodyPr/>
        <a:lstStyle/>
        <a:p>
          <a:endParaRPr lang="en-IN"/>
        </a:p>
      </dgm:t>
    </dgm:pt>
    <dgm:pt modelId="{5DF2BE87-5A2E-4CEA-9E33-6D52CA8D9B1C}">
      <dgm:prSet/>
      <dgm:spPr/>
      <dgm:t>
        <a:bodyPr/>
        <a:lstStyle/>
        <a:p>
          <a:r>
            <a:rPr lang="en-IN" b="1"/>
            <a:t>Environmental:</a:t>
          </a:r>
          <a:r>
            <a:rPr lang="en-IN"/>
            <a:t> less paper and fewer physical document checks and travel</a:t>
          </a:r>
        </a:p>
      </dgm:t>
    </dgm:pt>
    <dgm:pt modelId="{ECC38068-9B11-415D-8D4D-3FB58048FCE1}" type="parTrans" cxnId="{8581A3EB-490F-44C1-BB9B-7D712AB16DB4}">
      <dgm:prSet/>
      <dgm:spPr/>
      <dgm:t>
        <a:bodyPr/>
        <a:lstStyle/>
        <a:p>
          <a:endParaRPr lang="en-IN"/>
        </a:p>
      </dgm:t>
    </dgm:pt>
    <dgm:pt modelId="{80A4926B-0ACE-4A41-86EC-BE2DD7A73E6D}" type="sibTrans" cxnId="{8581A3EB-490F-44C1-BB9B-7D712AB16DB4}">
      <dgm:prSet/>
      <dgm:spPr/>
      <dgm:t>
        <a:bodyPr/>
        <a:lstStyle/>
        <a:p>
          <a:endParaRPr lang="en-IN"/>
        </a:p>
      </dgm:t>
    </dgm:pt>
    <dgm:pt modelId="{44896522-C116-4A6B-9701-B79BE8D6A445}">
      <dgm:prSet/>
      <dgm:spPr/>
      <dgm:t>
        <a:bodyPr/>
        <a:lstStyle/>
        <a:p>
          <a:r>
            <a:rPr lang="en-IN" b="1"/>
            <a:t>Governance:</a:t>
          </a:r>
          <a:r>
            <a:rPr lang="en-IN"/>
            <a:t> every decision has an audit trail, so processing is transparent and consistent</a:t>
          </a:r>
        </a:p>
      </dgm:t>
    </dgm:pt>
    <dgm:pt modelId="{592BC5C0-3C02-4FC8-82CA-9C185EB1EFE5}" type="parTrans" cxnId="{B67149EE-5601-4417-AA69-86154AE2B880}">
      <dgm:prSet/>
      <dgm:spPr/>
      <dgm:t>
        <a:bodyPr/>
        <a:lstStyle/>
        <a:p>
          <a:endParaRPr lang="en-IN"/>
        </a:p>
      </dgm:t>
    </dgm:pt>
    <dgm:pt modelId="{4229E1CF-FCFA-4AC9-937D-7291242C1C82}" type="sibTrans" cxnId="{B67149EE-5601-4417-AA69-86154AE2B880}">
      <dgm:prSet/>
      <dgm:spPr/>
      <dgm:t>
        <a:bodyPr/>
        <a:lstStyle/>
        <a:p>
          <a:endParaRPr lang="en-IN"/>
        </a:p>
      </dgm:t>
    </dgm:pt>
    <dgm:pt modelId="{BF6476B3-EB8A-4AFD-9D42-3E7B2C50D184}" type="pres">
      <dgm:prSet presAssocID="{58E8F54F-E253-4ACD-A785-6BA4532DF991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CDD4F2C-B420-424B-8F22-ED6DC95BDC9B}" type="pres">
      <dgm:prSet presAssocID="{CEEA124C-4EE4-46FE-9406-BF6C6F6D42AB}" presName="horFlow" presStyleCnt="0"/>
      <dgm:spPr/>
    </dgm:pt>
    <dgm:pt modelId="{9E9AB47D-8B0C-46DD-A2D5-F7558A61BB81}" type="pres">
      <dgm:prSet presAssocID="{CEEA124C-4EE4-46FE-9406-BF6C6F6D42AB}" presName="bigChev" presStyleLbl="node1" presStyleIdx="0" presStyleCnt="1"/>
      <dgm:spPr/>
    </dgm:pt>
    <dgm:pt modelId="{F9F4FFB1-3943-4BDA-BB6A-EC6BEBCF5B34}" type="pres">
      <dgm:prSet presAssocID="{D84BA8A7-C2DA-426A-A0E0-A82DA066B21D}" presName="parTrans" presStyleCnt="0"/>
      <dgm:spPr/>
    </dgm:pt>
    <dgm:pt modelId="{166E8ED3-65BF-4572-9816-CC0F74357366}" type="pres">
      <dgm:prSet presAssocID="{6E0E7866-7F8B-4068-B062-EA9F57F27DA9}" presName="node" presStyleLbl="alignAccFollowNode1" presStyleIdx="0" presStyleCnt="4">
        <dgm:presLayoutVars>
          <dgm:bulletEnabled val="1"/>
        </dgm:presLayoutVars>
      </dgm:prSet>
      <dgm:spPr/>
    </dgm:pt>
    <dgm:pt modelId="{691F200C-F85E-49EF-BF02-957C7D565E43}" type="pres">
      <dgm:prSet presAssocID="{74B675E0-3FA5-42FF-9228-D6F97F754C59}" presName="sibTrans" presStyleCnt="0"/>
      <dgm:spPr/>
    </dgm:pt>
    <dgm:pt modelId="{BEBF8A50-616B-4C24-B9A4-88BE96E0053D}" type="pres">
      <dgm:prSet presAssocID="{C193FE25-20A1-4939-B35D-1968F74DDB44}" presName="node" presStyleLbl="alignAccFollowNode1" presStyleIdx="1" presStyleCnt="4">
        <dgm:presLayoutVars>
          <dgm:bulletEnabled val="1"/>
        </dgm:presLayoutVars>
      </dgm:prSet>
      <dgm:spPr/>
    </dgm:pt>
    <dgm:pt modelId="{1E7BDF0B-77D2-4F02-9588-AFE3E968EC75}" type="pres">
      <dgm:prSet presAssocID="{BF4AF370-6E89-48B8-9704-1C3D180C094D}" presName="sibTrans" presStyleCnt="0"/>
      <dgm:spPr/>
    </dgm:pt>
    <dgm:pt modelId="{E921C224-468A-405B-9C6F-F3A53DC011BE}" type="pres">
      <dgm:prSet presAssocID="{5DF2BE87-5A2E-4CEA-9E33-6D52CA8D9B1C}" presName="node" presStyleLbl="alignAccFollowNode1" presStyleIdx="2" presStyleCnt="4">
        <dgm:presLayoutVars>
          <dgm:bulletEnabled val="1"/>
        </dgm:presLayoutVars>
      </dgm:prSet>
      <dgm:spPr/>
    </dgm:pt>
    <dgm:pt modelId="{7BB9FE42-586E-45E6-9853-857637E9F5AE}" type="pres">
      <dgm:prSet presAssocID="{80A4926B-0ACE-4A41-86EC-BE2DD7A73E6D}" presName="sibTrans" presStyleCnt="0"/>
      <dgm:spPr/>
    </dgm:pt>
    <dgm:pt modelId="{D0E9C1EE-D5F6-4326-A324-DAF733C96516}" type="pres">
      <dgm:prSet presAssocID="{44896522-C116-4A6B-9701-B79BE8D6A445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D54D6212-C3FD-4294-817A-FBA550730687}" type="presOf" srcId="{CEEA124C-4EE4-46FE-9406-BF6C6F6D42AB}" destId="{9E9AB47D-8B0C-46DD-A2D5-F7558A61BB81}" srcOrd="0" destOrd="0" presId="urn:microsoft.com/office/officeart/2005/8/layout/lProcess3"/>
    <dgm:cxn modelId="{EB8A0416-F545-4636-B39E-A8B09DF1390E}" type="presOf" srcId="{6E0E7866-7F8B-4068-B062-EA9F57F27DA9}" destId="{166E8ED3-65BF-4572-9816-CC0F74357366}" srcOrd="0" destOrd="0" presId="urn:microsoft.com/office/officeart/2005/8/layout/lProcess3"/>
    <dgm:cxn modelId="{580BAB37-6081-494E-A3FF-94A88C2F031E}" type="presOf" srcId="{58E8F54F-E253-4ACD-A785-6BA4532DF991}" destId="{BF6476B3-EB8A-4AFD-9D42-3E7B2C50D184}" srcOrd="0" destOrd="0" presId="urn:microsoft.com/office/officeart/2005/8/layout/lProcess3"/>
    <dgm:cxn modelId="{A20E5048-839E-421E-BB1B-17EE30F6C555}" type="presOf" srcId="{5DF2BE87-5A2E-4CEA-9E33-6D52CA8D9B1C}" destId="{E921C224-468A-405B-9C6F-F3A53DC011BE}" srcOrd="0" destOrd="0" presId="urn:microsoft.com/office/officeart/2005/8/layout/lProcess3"/>
    <dgm:cxn modelId="{C5A35A8E-3DDC-4143-A2B6-8564E3FF8E46}" srcId="{58E8F54F-E253-4ACD-A785-6BA4532DF991}" destId="{CEEA124C-4EE4-46FE-9406-BF6C6F6D42AB}" srcOrd="0" destOrd="0" parTransId="{515B01A2-D3B1-4666-B569-D63A0652B532}" sibTransId="{ADAD6075-DFBD-4189-9B8A-80DF2943A952}"/>
    <dgm:cxn modelId="{9D299891-7437-4872-9EC5-D1487FDCDE2A}" type="presOf" srcId="{44896522-C116-4A6B-9701-B79BE8D6A445}" destId="{D0E9C1EE-D5F6-4326-A324-DAF733C96516}" srcOrd="0" destOrd="0" presId="urn:microsoft.com/office/officeart/2005/8/layout/lProcess3"/>
    <dgm:cxn modelId="{F182A1AF-C62F-45AD-A9DE-89C811A95C74}" type="presOf" srcId="{C193FE25-20A1-4939-B35D-1968F74DDB44}" destId="{BEBF8A50-616B-4C24-B9A4-88BE96E0053D}" srcOrd="0" destOrd="0" presId="urn:microsoft.com/office/officeart/2005/8/layout/lProcess3"/>
    <dgm:cxn modelId="{8581A3EB-490F-44C1-BB9B-7D712AB16DB4}" srcId="{CEEA124C-4EE4-46FE-9406-BF6C6F6D42AB}" destId="{5DF2BE87-5A2E-4CEA-9E33-6D52CA8D9B1C}" srcOrd="2" destOrd="0" parTransId="{ECC38068-9B11-415D-8D4D-3FB58048FCE1}" sibTransId="{80A4926B-0ACE-4A41-86EC-BE2DD7A73E6D}"/>
    <dgm:cxn modelId="{B67149EE-5601-4417-AA69-86154AE2B880}" srcId="{CEEA124C-4EE4-46FE-9406-BF6C6F6D42AB}" destId="{44896522-C116-4A6B-9701-B79BE8D6A445}" srcOrd="3" destOrd="0" parTransId="{592BC5C0-3C02-4FC8-82CA-9C185EB1EFE5}" sibTransId="{4229E1CF-FCFA-4AC9-937D-7291242C1C82}"/>
    <dgm:cxn modelId="{F8909BF0-94A8-48C8-9F22-63B2A9EF48CF}" srcId="{CEEA124C-4EE4-46FE-9406-BF6C6F6D42AB}" destId="{C193FE25-20A1-4939-B35D-1968F74DDB44}" srcOrd="1" destOrd="0" parTransId="{CD43A0F3-DC8F-4863-99B5-A6B8CEDC97C7}" sibTransId="{BF4AF370-6E89-48B8-9704-1C3D180C094D}"/>
    <dgm:cxn modelId="{FFF21CFA-6D88-46CB-B0ED-EDA1D3425A77}" srcId="{CEEA124C-4EE4-46FE-9406-BF6C6F6D42AB}" destId="{6E0E7866-7F8B-4068-B062-EA9F57F27DA9}" srcOrd="0" destOrd="0" parTransId="{D84BA8A7-C2DA-426A-A0E0-A82DA066B21D}" sibTransId="{74B675E0-3FA5-42FF-9228-D6F97F754C59}"/>
    <dgm:cxn modelId="{5B3850C2-E245-4B02-B878-67D469FD2365}" type="presParOf" srcId="{BF6476B3-EB8A-4AFD-9D42-3E7B2C50D184}" destId="{8CDD4F2C-B420-424B-8F22-ED6DC95BDC9B}" srcOrd="0" destOrd="0" presId="urn:microsoft.com/office/officeart/2005/8/layout/lProcess3"/>
    <dgm:cxn modelId="{FE3F0B07-1554-4AC2-AC4D-0FDFEA460887}" type="presParOf" srcId="{8CDD4F2C-B420-424B-8F22-ED6DC95BDC9B}" destId="{9E9AB47D-8B0C-46DD-A2D5-F7558A61BB81}" srcOrd="0" destOrd="0" presId="urn:microsoft.com/office/officeart/2005/8/layout/lProcess3"/>
    <dgm:cxn modelId="{53791E6F-8E51-48CE-9F69-A3B9F0087163}" type="presParOf" srcId="{8CDD4F2C-B420-424B-8F22-ED6DC95BDC9B}" destId="{F9F4FFB1-3943-4BDA-BB6A-EC6BEBCF5B34}" srcOrd="1" destOrd="0" presId="urn:microsoft.com/office/officeart/2005/8/layout/lProcess3"/>
    <dgm:cxn modelId="{DA4568D2-3ED0-4E3C-9BC9-55358A1F9AB2}" type="presParOf" srcId="{8CDD4F2C-B420-424B-8F22-ED6DC95BDC9B}" destId="{166E8ED3-65BF-4572-9816-CC0F74357366}" srcOrd="2" destOrd="0" presId="urn:microsoft.com/office/officeart/2005/8/layout/lProcess3"/>
    <dgm:cxn modelId="{35D63FB9-B8A7-44F1-A827-EF628DD48F6D}" type="presParOf" srcId="{8CDD4F2C-B420-424B-8F22-ED6DC95BDC9B}" destId="{691F200C-F85E-49EF-BF02-957C7D565E43}" srcOrd="3" destOrd="0" presId="urn:microsoft.com/office/officeart/2005/8/layout/lProcess3"/>
    <dgm:cxn modelId="{9927956B-045B-4288-8519-31EC94C4EDAF}" type="presParOf" srcId="{8CDD4F2C-B420-424B-8F22-ED6DC95BDC9B}" destId="{BEBF8A50-616B-4C24-B9A4-88BE96E0053D}" srcOrd="4" destOrd="0" presId="urn:microsoft.com/office/officeart/2005/8/layout/lProcess3"/>
    <dgm:cxn modelId="{D004A4F6-A810-4416-8791-1D11D5428CD1}" type="presParOf" srcId="{8CDD4F2C-B420-424B-8F22-ED6DC95BDC9B}" destId="{1E7BDF0B-77D2-4F02-9588-AFE3E968EC75}" srcOrd="5" destOrd="0" presId="urn:microsoft.com/office/officeart/2005/8/layout/lProcess3"/>
    <dgm:cxn modelId="{EA0C8E0B-FFC2-4C03-B52B-6C61B4B78FFC}" type="presParOf" srcId="{8CDD4F2C-B420-424B-8F22-ED6DC95BDC9B}" destId="{E921C224-468A-405B-9C6F-F3A53DC011BE}" srcOrd="6" destOrd="0" presId="urn:microsoft.com/office/officeart/2005/8/layout/lProcess3"/>
    <dgm:cxn modelId="{F854EB78-1E36-4CA2-85C1-0F84A0E71C55}" type="presParOf" srcId="{8CDD4F2C-B420-424B-8F22-ED6DC95BDC9B}" destId="{7BB9FE42-586E-45E6-9853-857637E9F5AE}" srcOrd="7" destOrd="0" presId="urn:microsoft.com/office/officeart/2005/8/layout/lProcess3"/>
    <dgm:cxn modelId="{8DBC4757-2251-46E2-9215-1E84D1933D00}" type="presParOf" srcId="{8CDD4F2C-B420-424B-8F22-ED6DC95BDC9B}" destId="{D0E9C1EE-D5F6-4326-A324-DAF733C96516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74DD33-B0A3-4818-9D57-A43428ABDA6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5F9B34-CF30-4379-BD5C-291A02E26330}" type="pres">
      <dgm:prSet presAssocID="{FC74DD33-B0A3-4818-9D57-A43428ABDA60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64F38C79-5774-4E4D-92AE-419B66906307}" type="presOf" srcId="{FC74DD33-B0A3-4818-9D57-A43428ABDA60}" destId="{5E5F9B34-CF30-4379-BD5C-291A02E2633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273DDA-365D-4E67-B4EB-CE2840DC02C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7CEB631-3CC9-4709-85DF-8F6F3D4BA5DC}">
      <dgm:prSet/>
      <dgm:spPr/>
      <dgm:t>
        <a:bodyPr/>
        <a:lstStyle/>
        <a:p>
          <a:r>
            <a:rPr lang="en-IN" b="1" dirty="0"/>
            <a:t> How We Measure It</a:t>
          </a:r>
          <a:endParaRPr lang="en-IN" dirty="0"/>
        </a:p>
      </dgm:t>
    </dgm:pt>
    <dgm:pt modelId="{A56DAD5E-66BF-4470-9264-30B064DAEA10}" type="parTrans" cxnId="{5C24C460-0762-48F1-B768-013936AA0533}">
      <dgm:prSet/>
      <dgm:spPr/>
      <dgm:t>
        <a:bodyPr/>
        <a:lstStyle/>
        <a:p>
          <a:endParaRPr lang="en-IN"/>
        </a:p>
      </dgm:t>
    </dgm:pt>
    <dgm:pt modelId="{AC7C2322-CC06-431E-B623-380E2BCA57C9}" type="sibTrans" cxnId="{5C24C460-0762-48F1-B768-013936AA0533}">
      <dgm:prSet/>
      <dgm:spPr/>
      <dgm:t>
        <a:bodyPr/>
        <a:lstStyle/>
        <a:p>
          <a:endParaRPr lang="en-IN"/>
        </a:p>
      </dgm:t>
    </dgm:pt>
    <dgm:pt modelId="{9B6B5F57-7905-42CA-9908-B7F02F65A288}">
      <dgm:prSet/>
      <dgm:spPr/>
      <dgm:t>
        <a:bodyPr/>
        <a:lstStyle/>
        <a:p>
          <a:r>
            <a:rPr lang="en-IN"/>
            <a:t>Extraction accuracy</a:t>
          </a:r>
        </a:p>
      </dgm:t>
    </dgm:pt>
    <dgm:pt modelId="{7C5CB62E-6544-44D7-A539-9B44798911F1}" type="parTrans" cxnId="{1470E3F4-F5E0-4853-B381-0D9CDF2C1023}">
      <dgm:prSet/>
      <dgm:spPr/>
      <dgm:t>
        <a:bodyPr/>
        <a:lstStyle/>
        <a:p>
          <a:endParaRPr lang="en-IN"/>
        </a:p>
      </dgm:t>
    </dgm:pt>
    <dgm:pt modelId="{C9B36120-8515-44AC-9E9B-41EC4295056B}" type="sibTrans" cxnId="{1470E3F4-F5E0-4853-B381-0D9CDF2C1023}">
      <dgm:prSet/>
      <dgm:spPr/>
      <dgm:t>
        <a:bodyPr/>
        <a:lstStyle/>
        <a:p>
          <a:endParaRPr lang="en-IN"/>
        </a:p>
      </dgm:t>
    </dgm:pt>
    <dgm:pt modelId="{AFFC51FA-DF27-4CAF-A6F8-E08FA0A6C638}">
      <dgm:prSet/>
      <dgm:spPr/>
      <dgm:t>
        <a:bodyPr/>
        <a:lstStyle/>
        <a:p>
          <a:r>
            <a:rPr lang="en-IN"/>
            <a:t>Source verification success rate</a:t>
          </a:r>
        </a:p>
      </dgm:t>
    </dgm:pt>
    <dgm:pt modelId="{C290C074-F986-477F-8B43-B7EBF3B41BDA}" type="parTrans" cxnId="{46A4B8DA-8A57-4611-AF9F-7EBEF9B6B3A4}">
      <dgm:prSet/>
      <dgm:spPr/>
      <dgm:t>
        <a:bodyPr/>
        <a:lstStyle/>
        <a:p>
          <a:endParaRPr lang="en-IN"/>
        </a:p>
      </dgm:t>
    </dgm:pt>
    <dgm:pt modelId="{35212E49-3EFC-4703-939B-A4561B397152}" type="sibTrans" cxnId="{46A4B8DA-8A57-4611-AF9F-7EBEF9B6B3A4}">
      <dgm:prSet/>
      <dgm:spPr/>
      <dgm:t>
        <a:bodyPr/>
        <a:lstStyle/>
        <a:p>
          <a:endParaRPr lang="en-IN"/>
        </a:p>
      </dgm:t>
    </dgm:pt>
    <dgm:pt modelId="{B70EC7F2-A163-4345-8A3A-37420BD72BCE}">
      <dgm:prSet/>
      <dgm:spPr/>
      <dgm:t>
        <a:bodyPr/>
        <a:lstStyle/>
        <a:p>
          <a:r>
            <a:rPr lang="en-IN"/>
            <a:t>Time per verification</a:t>
          </a:r>
        </a:p>
      </dgm:t>
    </dgm:pt>
    <dgm:pt modelId="{EBB5D4C5-1A73-41CD-BDE6-23042CFF5B5A}" type="parTrans" cxnId="{83A2307C-C9E5-4B44-B207-D3031F36AAD5}">
      <dgm:prSet/>
      <dgm:spPr/>
      <dgm:t>
        <a:bodyPr/>
        <a:lstStyle/>
        <a:p>
          <a:endParaRPr lang="en-IN"/>
        </a:p>
      </dgm:t>
    </dgm:pt>
    <dgm:pt modelId="{AAD0472B-0C33-4921-8D5B-088A54A5C9B1}" type="sibTrans" cxnId="{83A2307C-C9E5-4B44-B207-D3031F36AAD5}">
      <dgm:prSet/>
      <dgm:spPr/>
      <dgm:t>
        <a:bodyPr/>
        <a:lstStyle/>
        <a:p>
          <a:endParaRPr lang="en-IN"/>
        </a:p>
      </dgm:t>
    </dgm:pt>
    <dgm:pt modelId="{E86F8E5D-F0EE-4675-B8C2-8B608E9B349D}">
      <dgm:prSet/>
      <dgm:spPr/>
      <dgm:t>
        <a:bodyPr/>
        <a:lstStyle/>
        <a:p>
          <a:r>
            <a:rPr lang="en-IN"/>
            <a:t>Alert speed</a:t>
          </a:r>
        </a:p>
      </dgm:t>
    </dgm:pt>
    <dgm:pt modelId="{2DCFECF6-2056-45DA-9E72-568FDDEEFF06}" type="parTrans" cxnId="{245D9634-39AF-41B9-9D01-E6529959823A}">
      <dgm:prSet/>
      <dgm:spPr/>
      <dgm:t>
        <a:bodyPr/>
        <a:lstStyle/>
        <a:p>
          <a:endParaRPr lang="en-IN"/>
        </a:p>
      </dgm:t>
    </dgm:pt>
    <dgm:pt modelId="{0839D910-AE97-44B9-A0E2-09A8BB3657DD}" type="sibTrans" cxnId="{245D9634-39AF-41B9-9D01-E6529959823A}">
      <dgm:prSet/>
      <dgm:spPr/>
      <dgm:t>
        <a:bodyPr/>
        <a:lstStyle/>
        <a:p>
          <a:endParaRPr lang="en-IN"/>
        </a:p>
      </dgm:t>
    </dgm:pt>
    <dgm:pt modelId="{44653D64-9363-45E2-83C3-378F970F1AA9}">
      <dgm:prSet/>
      <dgm:spPr/>
      <dgm:t>
        <a:bodyPr/>
        <a:lstStyle/>
        <a:p>
          <a:r>
            <a:rPr lang="en-IN"/>
            <a:t>Drop in manual effort</a:t>
          </a:r>
        </a:p>
      </dgm:t>
    </dgm:pt>
    <dgm:pt modelId="{F8DB4C1A-83D7-4D38-B077-4AF4744B3CAC}" type="parTrans" cxnId="{D03CC7A6-F6C7-4FB4-9835-86EB83F473D8}">
      <dgm:prSet/>
      <dgm:spPr/>
      <dgm:t>
        <a:bodyPr/>
        <a:lstStyle/>
        <a:p>
          <a:endParaRPr lang="en-IN"/>
        </a:p>
      </dgm:t>
    </dgm:pt>
    <dgm:pt modelId="{6CDC052F-34DB-4757-9581-C0F5A4974431}" type="sibTrans" cxnId="{D03CC7A6-F6C7-4FB4-9835-86EB83F473D8}">
      <dgm:prSet/>
      <dgm:spPr/>
      <dgm:t>
        <a:bodyPr/>
        <a:lstStyle/>
        <a:p>
          <a:endParaRPr lang="en-IN"/>
        </a:p>
      </dgm:t>
    </dgm:pt>
    <dgm:pt modelId="{52A6E65A-6D64-4056-80DE-BCBEEF9EC1E7}" type="pres">
      <dgm:prSet presAssocID="{17273DDA-365D-4E67-B4EB-CE2840DC02C8}" presName="CompostProcess" presStyleCnt="0">
        <dgm:presLayoutVars>
          <dgm:dir/>
          <dgm:resizeHandles val="exact"/>
        </dgm:presLayoutVars>
      </dgm:prSet>
      <dgm:spPr/>
    </dgm:pt>
    <dgm:pt modelId="{E87785B3-8E15-43C9-9C81-B2B9AC61391D}" type="pres">
      <dgm:prSet presAssocID="{17273DDA-365D-4E67-B4EB-CE2840DC02C8}" presName="arrow" presStyleLbl="bgShp" presStyleIdx="0" presStyleCnt="1"/>
      <dgm:spPr/>
    </dgm:pt>
    <dgm:pt modelId="{8DDA9D3B-9CBA-4D67-8E1B-A4D0E6986611}" type="pres">
      <dgm:prSet presAssocID="{17273DDA-365D-4E67-B4EB-CE2840DC02C8}" presName="linearProcess" presStyleCnt="0"/>
      <dgm:spPr/>
    </dgm:pt>
    <dgm:pt modelId="{F75AF4CE-85BA-4974-8F61-9FAD2DCDBD68}" type="pres">
      <dgm:prSet presAssocID="{77CEB631-3CC9-4709-85DF-8F6F3D4BA5DC}" presName="textNode" presStyleLbl="node1" presStyleIdx="0" presStyleCnt="6">
        <dgm:presLayoutVars>
          <dgm:bulletEnabled val="1"/>
        </dgm:presLayoutVars>
      </dgm:prSet>
      <dgm:spPr/>
    </dgm:pt>
    <dgm:pt modelId="{86A1751A-11CD-4D70-99A6-BC30360D244F}" type="pres">
      <dgm:prSet presAssocID="{AC7C2322-CC06-431E-B623-380E2BCA57C9}" presName="sibTrans" presStyleCnt="0"/>
      <dgm:spPr/>
    </dgm:pt>
    <dgm:pt modelId="{F1864026-BA72-4E76-B5E4-AC2AD4436FDB}" type="pres">
      <dgm:prSet presAssocID="{9B6B5F57-7905-42CA-9908-B7F02F65A288}" presName="textNode" presStyleLbl="node1" presStyleIdx="1" presStyleCnt="6">
        <dgm:presLayoutVars>
          <dgm:bulletEnabled val="1"/>
        </dgm:presLayoutVars>
      </dgm:prSet>
      <dgm:spPr/>
    </dgm:pt>
    <dgm:pt modelId="{DCE1DB6B-BC0E-4EBD-925C-5B790A7C3A6E}" type="pres">
      <dgm:prSet presAssocID="{C9B36120-8515-44AC-9E9B-41EC4295056B}" presName="sibTrans" presStyleCnt="0"/>
      <dgm:spPr/>
    </dgm:pt>
    <dgm:pt modelId="{70194337-D13C-4335-BB68-69B98DE7C073}" type="pres">
      <dgm:prSet presAssocID="{AFFC51FA-DF27-4CAF-A6F8-E08FA0A6C638}" presName="textNode" presStyleLbl="node1" presStyleIdx="2" presStyleCnt="6">
        <dgm:presLayoutVars>
          <dgm:bulletEnabled val="1"/>
        </dgm:presLayoutVars>
      </dgm:prSet>
      <dgm:spPr/>
    </dgm:pt>
    <dgm:pt modelId="{7BBCC0DB-1281-40BE-B20A-098C348D956E}" type="pres">
      <dgm:prSet presAssocID="{35212E49-3EFC-4703-939B-A4561B397152}" presName="sibTrans" presStyleCnt="0"/>
      <dgm:spPr/>
    </dgm:pt>
    <dgm:pt modelId="{0F0E0C09-1DFA-4C5A-86A7-C8D55DBF3D57}" type="pres">
      <dgm:prSet presAssocID="{B70EC7F2-A163-4345-8A3A-37420BD72BCE}" presName="textNode" presStyleLbl="node1" presStyleIdx="3" presStyleCnt="6">
        <dgm:presLayoutVars>
          <dgm:bulletEnabled val="1"/>
        </dgm:presLayoutVars>
      </dgm:prSet>
      <dgm:spPr/>
    </dgm:pt>
    <dgm:pt modelId="{E32B3484-254B-446C-876F-60F68B43651D}" type="pres">
      <dgm:prSet presAssocID="{AAD0472B-0C33-4921-8D5B-088A54A5C9B1}" presName="sibTrans" presStyleCnt="0"/>
      <dgm:spPr/>
    </dgm:pt>
    <dgm:pt modelId="{A438EC1C-36D5-42D1-9367-C389D09C6530}" type="pres">
      <dgm:prSet presAssocID="{E86F8E5D-F0EE-4675-B8C2-8B608E9B349D}" presName="textNode" presStyleLbl="node1" presStyleIdx="4" presStyleCnt="6">
        <dgm:presLayoutVars>
          <dgm:bulletEnabled val="1"/>
        </dgm:presLayoutVars>
      </dgm:prSet>
      <dgm:spPr/>
    </dgm:pt>
    <dgm:pt modelId="{7D7F6A0B-A57E-4054-A415-5F404623EFF4}" type="pres">
      <dgm:prSet presAssocID="{0839D910-AE97-44B9-A0E2-09A8BB3657DD}" presName="sibTrans" presStyleCnt="0"/>
      <dgm:spPr/>
    </dgm:pt>
    <dgm:pt modelId="{2525ECC9-A28A-4D31-9CEF-D00066BE8C80}" type="pres">
      <dgm:prSet presAssocID="{44653D64-9363-45E2-83C3-378F970F1AA9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245D9634-39AF-41B9-9D01-E6529959823A}" srcId="{17273DDA-365D-4E67-B4EB-CE2840DC02C8}" destId="{E86F8E5D-F0EE-4675-B8C2-8B608E9B349D}" srcOrd="4" destOrd="0" parTransId="{2DCFECF6-2056-45DA-9E72-568FDDEEFF06}" sibTransId="{0839D910-AE97-44B9-A0E2-09A8BB3657DD}"/>
    <dgm:cxn modelId="{46092937-7DBD-48DA-89C2-1A582DF9B057}" type="presOf" srcId="{E86F8E5D-F0EE-4675-B8C2-8B608E9B349D}" destId="{A438EC1C-36D5-42D1-9367-C389D09C6530}" srcOrd="0" destOrd="0" presId="urn:microsoft.com/office/officeart/2005/8/layout/hProcess9"/>
    <dgm:cxn modelId="{2C8E593C-C813-4F2C-AB97-43CC23E9D654}" type="presOf" srcId="{77CEB631-3CC9-4709-85DF-8F6F3D4BA5DC}" destId="{F75AF4CE-85BA-4974-8F61-9FAD2DCDBD68}" srcOrd="0" destOrd="0" presId="urn:microsoft.com/office/officeart/2005/8/layout/hProcess9"/>
    <dgm:cxn modelId="{02F77640-D0EB-4BBC-8144-44B89D501C3A}" type="presOf" srcId="{17273DDA-365D-4E67-B4EB-CE2840DC02C8}" destId="{52A6E65A-6D64-4056-80DE-BCBEEF9EC1E7}" srcOrd="0" destOrd="0" presId="urn:microsoft.com/office/officeart/2005/8/layout/hProcess9"/>
    <dgm:cxn modelId="{5C24C460-0762-48F1-B768-013936AA0533}" srcId="{17273DDA-365D-4E67-B4EB-CE2840DC02C8}" destId="{77CEB631-3CC9-4709-85DF-8F6F3D4BA5DC}" srcOrd="0" destOrd="0" parTransId="{A56DAD5E-66BF-4470-9264-30B064DAEA10}" sibTransId="{AC7C2322-CC06-431E-B623-380E2BCA57C9}"/>
    <dgm:cxn modelId="{EE847D6C-5AA2-4900-9D89-0B3D99C92740}" type="presOf" srcId="{AFFC51FA-DF27-4CAF-A6F8-E08FA0A6C638}" destId="{70194337-D13C-4335-BB68-69B98DE7C073}" srcOrd="0" destOrd="0" presId="urn:microsoft.com/office/officeart/2005/8/layout/hProcess9"/>
    <dgm:cxn modelId="{83A2307C-C9E5-4B44-B207-D3031F36AAD5}" srcId="{17273DDA-365D-4E67-B4EB-CE2840DC02C8}" destId="{B70EC7F2-A163-4345-8A3A-37420BD72BCE}" srcOrd="3" destOrd="0" parTransId="{EBB5D4C5-1A73-41CD-BDE6-23042CFF5B5A}" sibTransId="{AAD0472B-0C33-4921-8D5B-088A54A5C9B1}"/>
    <dgm:cxn modelId="{9380197E-D78F-4D51-8BBA-11BA18917A51}" type="presOf" srcId="{B70EC7F2-A163-4345-8A3A-37420BD72BCE}" destId="{0F0E0C09-1DFA-4C5A-86A7-C8D55DBF3D57}" srcOrd="0" destOrd="0" presId="urn:microsoft.com/office/officeart/2005/8/layout/hProcess9"/>
    <dgm:cxn modelId="{6AE85489-6C02-42D7-B1DB-887D90AC9CB1}" type="presOf" srcId="{44653D64-9363-45E2-83C3-378F970F1AA9}" destId="{2525ECC9-A28A-4D31-9CEF-D00066BE8C80}" srcOrd="0" destOrd="0" presId="urn:microsoft.com/office/officeart/2005/8/layout/hProcess9"/>
    <dgm:cxn modelId="{5BF1E68D-E5C9-41A2-9166-EF7C1F7AE96E}" type="presOf" srcId="{9B6B5F57-7905-42CA-9908-B7F02F65A288}" destId="{F1864026-BA72-4E76-B5E4-AC2AD4436FDB}" srcOrd="0" destOrd="0" presId="urn:microsoft.com/office/officeart/2005/8/layout/hProcess9"/>
    <dgm:cxn modelId="{D03CC7A6-F6C7-4FB4-9835-86EB83F473D8}" srcId="{17273DDA-365D-4E67-B4EB-CE2840DC02C8}" destId="{44653D64-9363-45E2-83C3-378F970F1AA9}" srcOrd="5" destOrd="0" parTransId="{F8DB4C1A-83D7-4D38-B077-4AF4744B3CAC}" sibTransId="{6CDC052F-34DB-4757-9581-C0F5A4974431}"/>
    <dgm:cxn modelId="{46A4B8DA-8A57-4611-AF9F-7EBEF9B6B3A4}" srcId="{17273DDA-365D-4E67-B4EB-CE2840DC02C8}" destId="{AFFC51FA-DF27-4CAF-A6F8-E08FA0A6C638}" srcOrd="2" destOrd="0" parTransId="{C290C074-F986-477F-8B43-B7EBF3B41BDA}" sibTransId="{35212E49-3EFC-4703-939B-A4561B397152}"/>
    <dgm:cxn modelId="{1470E3F4-F5E0-4853-B381-0D9CDF2C1023}" srcId="{17273DDA-365D-4E67-B4EB-CE2840DC02C8}" destId="{9B6B5F57-7905-42CA-9908-B7F02F65A288}" srcOrd="1" destOrd="0" parTransId="{7C5CB62E-6544-44D7-A539-9B44798911F1}" sibTransId="{C9B36120-8515-44AC-9E9B-41EC4295056B}"/>
    <dgm:cxn modelId="{9E25CD68-E39F-4BE8-8DFC-3CD69D1C8964}" type="presParOf" srcId="{52A6E65A-6D64-4056-80DE-BCBEEF9EC1E7}" destId="{E87785B3-8E15-43C9-9C81-B2B9AC61391D}" srcOrd="0" destOrd="0" presId="urn:microsoft.com/office/officeart/2005/8/layout/hProcess9"/>
    <dgm:cxn modelId="{90485E1C-1244-4AE3-920E-7C273845246F}" type="presParOf" srcId="{52A6E65A-6D64-4056-80DE-BCBEEF9EC1E7}" destId="{8DDA9D3B-9CBA-4D67-8E1B-A4D0E6986611}" srcOrd="1" destOrd="0" presId="urn:microsoft.com/office/officeart/2005/8/layout/hProcess9"/>
    <dgm:cxn modelId="{B9A50D7E-33D9-4B26-B2B3-46046182CCF1}" type="presParOf" srcId="{8DDA9D3B-9CBA-4D67-8E1B-A4D0E6986611}" destId="{F75AF4CE-85BA-4974-8F61-9FAD2DCDBD68}" srcOrd="0" destOrd="0" presId="urn:microsoft.com/office/officeart/2005/8/layout/hProcess9"/>
    <dgm:cxn modelId="{F8358C07-BF12-43F9-9585-781892297D86}" type="presParOf" srcId="{8DDA9D3B-9CBA-4D67-8E1B-A4D0E6986611}" destId="{86A1751A-11CD-4D70-99A6-BC30360D244F}" srcOrd="1" destOrd="0" presId="urn:microsoft.com/office/officeart/2005/8/layout/hProcess9"/>
    <dgm:cxn modelId="{730B5C4C-0D29-4D19-9F32-C442B8700844}" type="presParOf" srcId="{8DDA9D3B-9CBA-4D67-8E1B-A4D0E6986611}" destId="{F1864026-BA72-4E76-B5E4-AC2AD4436FDB}" srcOrd="2" destOrd="0" presId="urn:microsoft.com/office/officeart/2005/8/layout/hProcess9"/>
    <dgm:cxn modelId="{F39FCC7C-12DC-4D11-A5BB-5A6FA2D2DD43}" type="presParOf" srcId="{8DDA9D3B-9CBA-4D67-8E1B-A4D0E6986611}" destId="{DCE1DB6B-BC0E-4EBD-925C-5B790A7C3A6E}" srcOrd="3" destOrd="0" presId="urn:microsoft.com/office/officeart/2005/8/layout/hProcess9"/>
    <dgm:cxn modelId="{72A69DC9-B7BA-4781-860D-1E92A252235A}" type="presParOf" srcId="{8DDA9D3B-9CBA-4D67-8E1B-A4D0E6986611}" destId="{70194337-D13C-4335-BB68-69B98DE7C073}" srcOrd="4" destOrd="0" presId="urn:microsoft.com/office/officeart/2005/8/layout/hProcess9"/>
    <dgm:cxn modelId="{53811430-140B-4DA3-88CC-4BD8A79F9C80}" type="presParOf" srcId="{8DDA9D3B-9CBA-4D67-8E1B-A4D0E6986611}" destId="{7BBCC0DB-1281-40BE-B20A-098C348D956E}" srcOrd="5" destOrd="0" presId="urn:microsoft.com/office/officeart/2005/8/layout/hProcess9"/>
    <dgm:cxn modelId="{FC3F1900-699B-4CE9-8F77-08949F425DB1}" type="presParOf" srcId="{8DDA9D3B-9CBA-4D67-8E1B-A4D0E6986611}" destId="{0F0E0C09-1DFA-4C5A-86A7-C8D55DBF3D57}" srcOrd="6" destOrd="0" presId="urn:microsoft.com/office/officeart/2005/8/layout/hProcess9"/>
    <dgm:cxn modelId="{4860E7D7-3EFC-4133-BF23-3FAC604BEF40}" type="presParOf" srcId="{8DDA9D3B-9CBA-4D67-8E1B-A4D0E6986611}" destId="{E32B3484-254B-446C-876F-60F68B43651D}" srcOrd="7" destOrd="0" presId="urn:microsoft.com/office/officeart/2005/8/layout/hProcess9"/>
    <dgm:cxn modelId="{73DF3579-A663-424F-B5B9-6B762987BF8D}" type="presParOf" srcId="{8DDA9D3B-9CBA-4D67-8E1B-A4D0E6986611}" destId="{A438EC1C-36D5-42D1-9367-C389D09C6530}" srcOrd="8" destOrd="0" presId="urn:microsoft.com/office/officeart/2005/8/layout/hProcess9"/>
    <dgm:cxn modelId="{ACA27103-4E17-43F3-AF12-3FE044CC3D0D}" type="presParOf" srcId="{8DDA9D3B-9CBA-4D67-8E1B-A4D0E6986611}" destId="{7D7F6A0B-A57E-4054-A415-5F404623EFF4}" srcOrd="9" destOrd="0" presId="urn:microsoft.com/office/officeart/2005/8/layout/hProcess9"/>
    <dgm:cxn modelId="{BC0B4ED6-E8F7-45ED-90A9-9CE1F451185A}" type="presParOf" srcId="{8DDA9D3B-9CBA-4D67-8E1B-A4D0E6986611}" destId="{2525ECC9-A28A-4D31-9CEF-D00066BE8C8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C9E24-078B-4472-95AF-1D71F31FD3AE}">
      <dsp:nvSpPr>
        <dsp:cNvPr id="0" name=""/>
        <dsp:cNvSpPr/>
      </dsp:nvSpPr>
      <dsp:spPr>
        <a:xfrm>
          <a:off x="892696" y="0"/>
          <a:ext cx="10117221" cy="187138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DDCCD-B4A9-4CC0-8EAE-FAC96B2047A7}">
      <dsp:nvSpPr>
        <dsp:cNvPr id="0" name=""/>
        <dsp:cNvSpPr/>
      </dsp:nvSpPr>
      <dsp:spPr>
        <a:xfrm>
          <a:off x="3269" y="561415"/>
          <a:ext cx="1903372" cy="748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Feasibility</a:t>
          </a:r>
          <a:endParaRPr lang="en-IN" sz="1000" kern="1200"/>
        </a:p>
      </dsp:txBody>
      <dsp:txXfrm>
        <a:off x="39810" y="597956"/>
        <a:ext cx="1830290" cy="675472"/>
      </dsp:txXfrm>
    </dsp:sp>
    <dsp:sp modelId="{A5748DB1-FFE3-48E2-B86B-1269047369E2}">
      <dsp:nvSpPr>
        <dsp:cNvPr id="0" name=""/>
        <dsp:cNvSpPr/>
      </dsp:nvSpPr>
      <dsp:spPr>
        <a:xfrm>
          <a:off x="2001809" y="561415"/>
          <a:ext cx="1903372" cy="748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Technically ready:</a:t>
          </a:r>
          <a:r>
            <a:rPr lang="en-IN" sz="1000" kern="1200"/>
            <a:t> OCR, hashing, PDF analysis and QR/signature checks already exist as open tools</a:t>
          </a:r>
        </a:p>
      </dsp:txBody>
      <dsp:txXfrm>
        <a:off x="2038350" y="597956"/>
        <a:ext cx="1830290" cy="675472"/>
      </dsp:txXfrm>
    </dsp:sp>
    <dsp:sp modelId="{86519452-96AB-4DF4-B961-6E3BD96EA3C9}">
      <dsp:nvSpPr>
        <dsp:cNvPr id="0" name=""/>
        <dsp:cNvSpPr/>
      </dsp:nvSpPr>
      <dsp:spPr>
        <a:xfrm>
          <a:off x="4000350" y="561415"/>
          <a:ext cx="1903372" cy="748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Low cost:</a:t>
          </a:r>
          <a:r>
            <a:rPr lang="en-IN" sz="1000" kern="1200"/>
            <a:t> runs on a standard cloud server, no special hardware</a:t>
          </a:r>
        </a:p>
      </dsp:txBody>
      <dsp:txXfrm>
        <a:off x="4036891" y="597956"/>
        <a:ext cx="1830290" cy="675472"/>
      </dsp:txXfrm>
    </dsp:sp>
    <dsp:sp modelId="{F7C41FB0-B2FF-43ED-AC3F-29D9BF091BD1}">
      <dsp:nvSpPr>
        <dsp:cNvPr id="0" name=""/>
        <dsp:cNvSpPr/>
      </dsp:nvSpPr>
      <dsp:spPr>
        <a:xfrm>
          <a:off x="5998891" y="561415"/>
          <a:ext cx="1903372" cy="748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Low risk to start:</a:t>
          </a:r>
          <a:r>
            <a:rPr lang="en-IN" sz="1000" kern="1200"/>
            <a:t> begins with 3 common document types and adds more later</a:t>
          </a:r>
        </a:p>
      </dsp:txBody>
      <dsp:txXfrm>
        <a:off x="6035432" y="597956"/>
        <a:ext cx="1830290" cy="675472"/>
      </dsp:txXfrm>
    </dsp:sp>
    <dsp:sp modelId="{09CF3744-0F25-4CFD-866A-666DA30D6A8C}">
      <dsp:nvSpPr>
        <dsp:cNvPr id="0" name=""/>
        <dsp:cNvSpPr/>
      </dsp:nvSpPr>
      <dsp:spPr>
        <a:xfrm>
          <a:off x="7997432" y="561415"/>
          <a:ext cx="1903372" cy="748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Easy to plug in:</a:t>
          </a:r>
          <a:r>
            <a:rPr lang="en-IN" sz="1000" kern="1200"/>
            <a:t> works beside the AICTE portal through REST APIs, no rebuild needed</a:t>
          </a:r>
        </a:p>
      </dsp:txBody>
      <dsp:txXfrm>
        <a:off x="8033973" y="597956"/>
        <a:ext cx="1830290" cy="675472"/>
      </dsp:txXfrm>
    </dsp:sp>
    <dsp:sp modelId="{177E6077-CC60-4CCA-8191-571404F192B7}">
      <dsp:nvSpPr>
        <dsp:cNvPr id="0" name=""/>
        <dsp:cNvSpPr/>
      </dsp:nvSpPr>
      <dsp:spPr>
        <a:xfrm>
          <a:off x="9995972" y="561415"/>
          <a:ext cx="1903372" cy="7485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Legally safe:</a:t>
          </a:r>
          <a:r>
            <a:rPr lang="en-IN" sz="1000" kern="1200"/>
            <a:t> uses only authorized sources and role-based access</a:t>
          </a:r>
        </a:p>
      </dsp:txBody>
      <dsp:txXfrm>
        <a:off x="10032513" y="597956"/>
        <a:ext cx="1830290" cy="675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AB47D-8B0C-46DD-A2D5-F7558A61BB81}">
      <dsp:nvSpPr>
        <dsp:cNvPr id="0" name=""/>
        <dsp:cNvSpPr/>
      </dsp:nvSpPr>
      <dsp:spPr>
        <a:xfrm>
          <a:off x="1459" y="1692622"/>
          <a:ext cx="2915208" cy="11660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0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Benefits</a:t>
          </a:r>
          <a:endParaRPr lang="en-IN" sz="3900" kern="1200" dirty="0"/>
        </a:p>
      </dsp:txBody>
      <dsp:txXfrm>
        <a:off x="584501" y="1692622"/>
        <a:ext cx="1749125" cy="1166083"/>
      </dsp:txXfrm>
    </dsp:sp>
    <dsp:sp modelId="{166E8ED3-65BF-4572-9816-CC0F74357366}">
      <dsp:nvSpPr>
        <dsp:cNvPr id="0" name=""/>
        <dsp:cNvSpPr/>
      </dsp:nvSpPr>
      <dsp:spPr>
        <a:xfrm>
          <a:off x="2537690" y="1791739"/>
          <a:ext cx="2419622" cy="96784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Social:</a:t>
          </a:r>
          <a:r>
            <a:rPr lang="en-IN" sz="1000" kern="1200"/>
            <a:t> fair, evidence-based decisions. Good institutions are not wrongly flagged, and fake documents are caught</a:t>
          </a:r>
        </a:p>
      </dsp:txBody>
      <dsp:txXfrm>
        <a:off x="3021615" y="1791739"/>
        <a:ext cx="1451773" cy="967849"/>
      </dsp:txXfrm>
    </dsp:sp>
    <dsp:sp modelId="{BEBF8A50-616B-4C24-B9A4-88BE96E0053D}">
      <dsp:nvSpPr>
        <dsp:cNvPr id="0" name=""/>
        <dsp:cNvSpPr/>
      </dsp:nvSpPr>
      <dsp:spPr>
        <a:xfrm>
          <a:off x="4618566" y="1791739"/>
          <a:ext cx="2419622" cy="96784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Economic:</a:t>
          </a:r>
          <a:r>
            <a:rPr lang="en-IN" sz="1000" kern="1200"/>
            <a:t> less officer time per application, fewer returned applications and re-submissions, lower inspection cost since only flagged cases need visits</a:t>
          </a:r>
        </a:p>
      </dsp:txBody>
      <dsp:txXfrm>
        <a:off x="5102491" y="1791739"/>
        <a:ext cx="1451773" cy="967849"/>
      </dsp:txXfrm>
    </dsp:sp>
    <dsp:sp modelId="{E921C224-468A-405B-9C6F-F3A53DC011BE}">
      <dsp:nvSpPr>
        <dsp:cNvPr id="0" name=""/>
        <dsp:cNvSpPr/>
      </dsp:nvSpPr>
      <dsp:spPr>
        <a:xfrm>
          <a:off x="6699441" y="1791739"/>
          <a:ext cx="2419622" cy="96784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Environmental:</a:t>
          </a:r>
          <a:r>
            <a:rPr lang="en-IN" sz="1000" kern="1200"/>
            <a:t> less paper and fewer physical document checks and travel</a:t>
          </a:r>
        </a:p>
      </dsp:txBody>
      <dsp:txXfrm>
        <a:off x="7183366" y="1791739"/>
        <a:ext cx="1451773" cy="967849"/>
      </dsp:txXfrm>
    </dsp:sp>
    <dsp:sp modelId="{D0E9C1EE-D5F6-4326-A324-DAF733C96516}">
      <dsp:nvSpPr>
        <dsp:cNvPr id="0" name=""/>
        <dsp:cNvSpPr/>
      </dsp:nvSpPr>
      <dsp:spPr>
        <a:xfrm>
          <a:off x="8780317" y="1791739"/>
          <a:ext cx="2419622" cy="96784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Governance:</a:t>
          </a:r>
          <a:r>
            <a:rPr lang="en-IN" sz="1000" kern="1200"/>
            <a:t> every decision has an audit trail, so processing is transparent and consistent</a:t>
          </a:r>
        </a:p>
      </dsp:txBody>
      <dsp:txXfrm>
        <a:off x="9264242" y="1791739"/>
        <a:ext cx="1451773" cy="967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785B3-8E15-43C9-9C81-B2B9AC61391D}">
      <dsp:nvSpPr>
        <dsp:cNvPr id="0" name=""/>
        <dsp:cNvSpPr/>
      </dsp:nvSpPr>
      <dsp:spPr>
        <a:xfrm>
          <a:off x="840104" y="0"/>
          <a:ext cx="9521190" cy="129476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AF4CE-85BA-4974-8F61-9FAD2DCDBD68}">
      <dsp:nvSpPr>
        <dsp:cNvPr id="0" name=""/>
        <dsp:cNvSpPr/>
      </dsp:nvSpPr>
      <dsp:spPr>
        <a:xfrm>
          <a:off x="1640" y="388428"/>
          <a:ext cx="1760610" cy="517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 How We Measure It</a:t>
          </a:r>
          <a:endParaRPr lang="en-IN" sz="1300" kern="1200" dirty="0"/>
        </a:p>
      </dsp:txBody>
      <dsp:txXfrm>
        <a:off x="26922" y="413710"/>
        <a:ext cx="1710046" cy="467340"/>
      </dsp:txXfrm>
    </dsp:sp>
    <dsp:sp modelId="{F1864026-BA72-4E76-B5E4-AC2AD4436FDB}">
      <dsp:nvSpPr>
        <dsp:cNvPr id="0" name=""/>
        <dsp:cNvSpPr/>
      </dsp:nvSpPr>
      <dsp:spPr>
        <a:xfrm>
          <a:off x="1889142" y="388428"/>
          <a:ext cx="1760610" cy="517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Extraction accuracy</a:t>
          </a:r>
        </a:p>
      </dsp:txBody>
      <dsp:txXfrm>
        <a:off x="1914424" y="413710"/>
        <a:ext cx="1710046" cy="467340"/>
      </dsp:txXfrm>
    </dsp:sp>
    <dsp:sp modelId="{70194337-D13C-4335-BB68-69B98DE7C073}">
      <dsp:nvSpPr>
        <dsp:cNvPr id="0" name=""/>
        <dsp:cNvSpPr/>
      </dsp:nvSpPr>
      <dsp:spPr>
        <a:xfrm>
          <a:off x="3776643" y="388428"/>
          <a:ext cx="1760610" cy="517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Source verification success rate</a:t>
          </a:r>
        </a:p>
      </dsp:txBody>
      <dsp:txXfrm>
        <a:off x="3801925" y="413710"/>
        <a:ext cx="1710046" cy="467340"/>
      </dsp:txXfrm>
    </dsp:sp>
    <dsp:sp modelId="{0F0E0C09-1DFA-4C5A-86A7-C8D55DBF3D57}">
      <dsp:nvSpPr>
        <dsp:cNvPr id="0" name=""/>
        <dsp:cNvSpPr/>
      </dsp:nvSpPr>
      <dsp:spPr>
        <a:xfrm>
          <a:off x="5664145" y="388428"/>
          <a:ext cx="1760610" cy="517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Time per verification</a:t>
          </a:r>
        </a:p>
      </dsp:txBody>
      <dsp:txXfrm>
        <a:off x="5689427" y="413710"/>
        <a:ext cx="1710046" cy="467340"/>
      </dsp:txXfrm>
    </dsp:sp>
    <dsp:sp modelId="{A438EC1C-36D5-42D1-9367-C389D09C6530}">
      <dsp:nvSpPr>
        <dsp:cNvPr id="0" name=""/>
        <dsp:cNvSpPr/>
      </dsp:nvSpPr>
      <dsp:spPr>
        <a:xfrm>
          <a:off x="7551646" y="388428"/>
          <a:ext cx="1760610" cy="517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Alert speed</a:t>
          </a:r>
        </a:p>
      </dsp:txBody>
      <dsp:txXfrm>
        <a:off x="7576928" y="413710"/>
        <a:ext cx="1710046" cy="467340"/>
      </dsp:txXfrm>
    </dsp:sp>
    <dsp:sp modelId="{2525ECC9-A28A-4D31-9CEF-D00066BE8C80}">
      <dsp:nvSpPr>
        <dsp:cNvPr id="0" name=""/>
        <dsp:cNvSpPr/>
      </dsp:nvSpPr>
      <dsp:spPr>
        <a:xfrm>
          <a:off x="9439148" y="388428"/>
          <a:ext cx="1760610" cy="517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Drop in manual effort</a:t>
          </a:r>
        </a:p>
      </dsp:txBody>
      <dsp:txXfrm>
        <a:off x="9464430" y="413710"/>
        <a:ext cx="1710046" cy="467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1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1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6" Type="http://schemas.openxmlformats.org/officeDocument/2006/relationships/diagramQuickStyle" Target="../diagrams/quickStyl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5" Type="http://schemas.openxmlformats.org/officeDocument/2006/relationships/diagramLayout" Target="../diagrams/layout4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hash.org/" TargetMode="External"/><Relationship Id="rId13" Type="http://schemas.openxmlformats.org/officeDocument/2006/relationships/hyperlink" Target="https://ai.google.dev/gemini-api/docs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1912.13318" TargetMode="External"/><Relationship Id="rId12" Type="http://schemas.openxmlformats.org/officeDocument/2006/relationships/hyperlink" Target="https://pymupdf.readthedocs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ity.gov.in/" TargetMode="External"/><Relationship Id="rId11" Type="http://schemas.openxmlformats.org/officeDocument/2006/relationships/hyperlink" Target="https://opencv.org/" TargetMode="External"/><Relationship Id="rId5" Type="http://schemas.openxmlformats.org/officeDocument/2006/relationships/hyperlink" Target="https://www.digilocker.gov.in/" TargetMode="External"/><Relationship Id="rId15" Type="http://schemas.openxmlformats.org/officeDocument/2006/relationships/hyperlink" Target="https://www.postgresql.org/" TargetMode="External"/><Relationship Id="rId10" Type="http://schemas.openxmlformats.org/officeDocument/2006/relationships/hyperlink" Target="https://github.com/PaddlePaddle/PaddleOCR" TargetMode="External"/><Relationship Id="rId4" Type="http://schemas.openxmlformats.org/officeDocument/2006/relationships/hyperlink" Target="https://www.aicte-india.org/" TargetMode="External"/><Relationship Id="rId9" Type="http://schemas.openxmlformats.org/officeDocument/2006/relationships/hyperlink" Target="https://github.com/tesseract-ocr/tesseract" TargetMode="External"/><Relationship Id="rId14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1620" y="1445343"/>
            <a:ext cx="6170655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IN" sz="2400" b="1" dirty="0"/>
              <a:t>26261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/>
              <a:t>AI-Powered Application Validation, Document Authentication and Regulatory Compliance Verification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 -  </a:t>
            </a:r>
            <a:r>
              <a:rPr lang="en-IN" sz="2400" b="1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ID- 198045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MARK 44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2" y="-353961"/>
            <a:ext cx="10826025" cy="1496961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 err="1"/>
              <a:t>ShowYourWork</a:t>
            </a:r>
            <a:br>
              <a:rPr lang="en-IN" sz="3600" dirty="0"/>
            </a:br>
            <a:r>
              <a:rPr lang="en-IN" sz="2000" dirty="0"/>
              <a:t>The AI Document Checker That Never Accuses, Only Shows Evidence</a:t>
            </a:r>
            <a:br>
              <a:rPr lang="en-IN" sz="2000" dirty="0"/>
            </a:br>
            <a:r>
              <a:rPr lang="en-IN" sz="2000" b="1" dirty="0"/>
              <a:t>Flag. Verify. Decide.</a:t>
            </a: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 44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5DA70A-D43C-1C72-FC44-069063957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727079"/>
              </p:ext>
            </p:extLst>
          </p:nvPr>
        </p:nvGraphicFramePr>
        <p:xfrm>
          <a:off x="1" y="1379814"/>
          <a:ext cx="12191998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6569">
                  <a:extLst>
                    <a:ext uri="{9D8B030D-6E8A-4147-A177-3AD203B41FA5}">
                      <a16:colId xmlns:a16="http://schemas.microsoft.com/office/drawing/2014/main" val="1522105603"/>
                    </a:ext>
                  </a:extLst>
                </a:gridCol>
                <a:gridCol w="7715429">
                  <a:extLst>
                    <a:ext uri="{9D8B030D-6E8A-4147-A177-3AD203B41FA5}">
                      <a16:colId xmlns:a16="http://schemas.microsoft.com/office/drawing/2014/main" val="1033854259"/>
                    </a:ext>
                  </a:extLst>
                </a:gridCol>
              </a:tblGrid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Problem in the statement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Our answer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095127"/>
                  </a:ext>
                </a:extLst>
              </a:tr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Missing, expired, inconsistent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Graph and date checks catch them 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406288"/>
                  </a:ext>
                </a:extLst>
              </a:tr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Repeated manual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Officers see only exceptions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949957"/>
                  </a:ext>
                </a:extLst>
              </a:tr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Suspected alterations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Evidence-linked “indicator” flags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834638"/>
                  </a:ext>
                </a:extLst>
              </a:tr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Issuer confirmation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Verification Ladder with fallbacks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0104"/>
                  </a:ext>
                </a:extLst>
              </a:tr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Infrastructure gaps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Flag “needs evidence” or “needs inspection”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145266"/>
                  </a:ext>
                </a:extLst>
              </a:tr>
              <a:tr h="29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Trust and traceability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Evidence Cards, audit trail, officer sign-off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0749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E845B58-B243-7B9F-9F81-65778F6BFA45}"/>
              </a:ext>
            </a:extLst>
          </p:cNvPr>
          <p:cNvSpPr/>
          <p:nvPr/>
        </p:nvSpPr>
        <p:spPr>
          <a:xfrm>
            <a:off x="0" y="4109017"/>
            <a:ext cx="6365819" cy="280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How it works</a:t>
            </a:r>
            <a:endParaRPr lang="en-IN" sz="1600" dirty="0"/>
          </a:p>
          <a:p>
            <a:pPr lvl="0"/>
            <a:r>
              <a:rPr lang="en-IN" sz="1600" b="1" dirty="0"/>
              <a:t>Extract:</a:t>
            </a:r>
            <a:r>
              <a:rPr lang="en-IN" sz="1600" dirty="0"/>
              <a:t> OCR + layout parsing turns each document into </a:t>
            </a:r>
            <a:r>
              <a:rPr lang="en-IN" sz="1600" b="1" dirty="0"/>
              <a:t>Evidence Nodes</a:t>
            </a:r>
            <a:r>
              <a:rPr lang="en-IN" sz="1600" dirty="0"/>
              <a:t> (value, page, bounding box, confidence score)</a:t>
            </a:r>
          </a:p>
          <a:p>
            <a:pPr lvl="0"/>
            <a:r>
              <a:rPr lang="en-IN" sz="1600" b="1" dirty="0"/>
              <a:t>Cross-check:</a:t>
            </a:r>
            <a:r>
              <a:rPr lang="en-IN" sz="1600" dirty="0"/>
              <a:t> nodes are linked in an </a:t>
            </a:r>
            <a:r>
              <a:rPr lang="en-IN" sz="1600" b="1" dirty="0"/>
              <a:t>Evidence Graph</a:t>
            </a:r>
            <a:r>
              <a:rPr lang="en-IN" sz="1600" dirty="0"/>
              <a:t> across documents and AICTE records</a:t>
            </a:r>
          </a:p>
          <a:p>
            <a:pPr lvl="0"/>
            <a:r>
              <a:rPr lang="en-IN" sz="1600" b="1" dirty="0"/>
              <a:t>Validate:</a:t>
            </a:r>
            <a:r>
              <a:rPr lang="en-IN" sz="1600" dirty="0"/>
              <a:t> a </a:t>
            </a:r>
            <a:r>
              <a:rPr lang="en-IN" sz="1600" b="1" dirty="0"/>
              <a:t>JSON rule engine</a:t>
            </a:r>
            <a:r>
              <a:rPr lang="en-IN" sz="1600" dirty="0"/>
              <a:t>, mapped to Handbook clauses, decides compliance</a:t>
            </a:r>
          </a:p>
          <a:p>
            <a:pPr lvl="0"/>
            <a:r>
              <a:rPr lang="en-IN" sz="1600" b="1" dirty="0"/>
              <a:t>Verify:</a:t>
            </a:r>
            <a:r>
              <a:rPr lang="en-IN" sz="1600" dirty="0"/>
              <a:t> a </a:t>
            </a:r>
            <a:r>
              <a:rPr lang="en-IN" sz="1600" b="1" dirty="0"/>
              <a:t>Verification Ladder</a:t>
            </a:r>
            <a:r>
              <a:rPr lang="en-IN" sz="1600" dirty="0"/>
              <a:t> runs issuer API → digital signature → QR → portal → manual review, and logs source, time and result</a:t>
            </a:r>
          </a:p>
          <a:p>
            <a:pPr lvl="0"/>
            <a:r>
              <a:rPr lang="en-IN" sz="1600" b="1" dirty="0"/>
              <a:t>Report:</a:t>
            </a:r>
            <a:r>
              <a:rPr lang="en-IN" sz="1600" dirty="0"/>
              <a:t> an </a:t>
            </a:r>
            <a:r>
              <a:rPr lang="en-IN" sz="1600" b="1" dirty="0"/>
              <a:t>Evidence Card</a:t>
            </a:r>
            <a:r>
              <a:rPr lang="en-IN" sz="1600" dirty="0"/>
              <a:t> shows the highlighted proof, the clause and the next step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35FE4E-9883-7960-40B8-7D60BBC6D856}"/>
              </a:ext>
            </a:extLst>
          </p:cNvPr>
          <p:cNvSpPr/>
          <p:nvPr/>
        </p:nvSpPr>
        <p:spPr>
          <a:xfrm>
            <a:off x="6365819" y="4109017"/>
            <a:ext cx="5826180" cy="28069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What makes it unique</a:t>
            </a:r>
            <a:endParaRPr lang="en-IN" sz="1600" dirty="0"/>
          </a:p>
          <a:p>
            <a:pPr lvl="0"/>
            <a:r>
              <a:rPr lang="en-IN" sz="1600" b="1" dirty="0"/>
              <a:t>Graph-based checks:</a:t>
            </a:r>
            <a:r>
              <a:rPr lang="en-IN" sz="1600" dirty="0"/>
              <a:t> catches contradictions between documents, not just errors inside one file</a:t>
            </a:r>
          </a:p>
          <a:p>
            <a:pPr lvl="0"/>
            <a:r>
              <a:rPr lang="en-IN" sz="1600" b="1" dirty="0"/>
              <a:t>Rules decide, LLM only explains:</a:t>
            </a:r>
            <a:r>
              <a:rPr lang="en-IN" sz="1600" dirty="0"/>
              <a:t> results are repeatable and auditable</a:t>
            </a:r>
          </a:p>
          <a:p>
            <a:pPr lvl="0"/>
            <a:r>
              <a:rPr lang="en-IN" sz="1600" b="1" dirty="0"/>
              <a:t>Forensic signals:</a:t>
            </a:r>
            <a:r>
              <a:rPr lang="en-IN" sz="1600" dirty="0"/>
              <a:t> file and perceptual hashing, PDF edit traces, signature validation, date-logic checks</a:t>
            </a:r>
          </a:p>
          <a:p>
            <a:pPr lvl="0"/>
            <a:r>
              <a:rPr lang="en-IN" sz="1600" b="1" dirty="0"/>
              <a:t>Versioned and tamper-proof audit:</a:t>
            </a:r>
            <a:r>
              <a:rPr lang="en-IN" sz="1600" dirty="0"/>
              <a:t> every decision replays under its original rule version, with a hash-chained log</a:t>
            </a:r>
          </a:p>
          <a:p>
            <a:pPr lvl="0"/>
            <a:r>
              <a:rPr lang="en-IN" sz="1600" b="1" dirty="0"/>
              <a:t>Maker-checker lock:</a:t>
            </a:r>
            <a:r>
              <a:rPr lang="en-IN" sz="1600" dirty="0"/>
              <a:t> no adverse action without officer sign-of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 44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838BB0-1198-FF48-8663-63C1D0125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4500"/>
            <a:ext cx="12192000" cy="5073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 44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92F30506-8338-FDBE-31C1-869A5C11E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893838"/>
              </p:ext>
            </p:extLst>
          </p:nvPr>
        </p:nvGraphicFramePr>
        <p:xfrm>
          <a:off x="144693" y="1155116"/>
          <a:ext cx="11902614" cy="1871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C22F6F-FFFA-3634-3D12-C67A98075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03544"/>
              </p:ext>
            </p:extLst>
          </p:nvPr>
        </p:nvGraphicFramePr>
        <p:xfrm>
          <a:off x="144692" y="3026503"/>
          <a:ext cx="1198634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1308">
                  <a:extLst>
                    <a:ext uri="{9D8B030D-6E8A-4147-A177-3AD203B41FA5}">
                      <a16:colId xmlns:a16="http://schemas.microsoft.com/office/drawing/2014/main" val="1235364607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717222802"/>
                    </a:ext>
                  </a:extLst>
                </a:gridCol>
              </a:tblGrid>
              <a:tr h="35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86644"/>
                  </a:ext>
                </a:extLst>
              </a:tr>
              <a:tr h="35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Issuer has no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Fall back to QR or signature check, then manual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950492"/>
                  </a:ext>
                </a:extLst>
              </a:tr>
              <a:tr h="35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 or blurry scans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Confidence score per field; low scores go to a human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295598"/>
                  </a:ext>
                </a:extLst>
              </a:tr>
              <a:tr h="35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False flags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Flags are “indicators” only; officer confirms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03588"/>
                  </a:ext>
                </a:extLst>
              </a:tr>
              <a:tr h="35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Role-based access, encryption, logs, retention limits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387605"/>
                  </a:ext>
                </a:extLst>
              </a:tr>
              <a:tr h="35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Rules change often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Editable rule configs with version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502860"/>
                  </a:ext>
                </a:extLst>
              </a:tr>
              <a:tr h="626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Access to AICTE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 on synthetic data; integration through authorized APIs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0622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3B78A2-F9FF-9428-5C90-D80F50E26739}"/>
              </a:ext>
            </a:extLst>
          </p:cNvPr>
          <p:cNvSpPr txBox="1"/>
          <p:nvPr/>
        </p:nvSpPr>
        <p:spPr>
          <a:xfrm>
            <a:off x="0" y="5993198"/>
            <a:ext cx="11783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Rollout :  </a:t>
            </a:r>
            <a:r>
              <a:rPr lang="en-IN" dirty="0"/>
              <a:t>Prototype → Pilot on one application category → Scale to all categories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 44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4AB364-D123-180E-D8B0-81B3D532E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766664"/>
              </p:ext>
            </p:extLst>
          </p:nvPr>
        </p:nvGraphicFramePr>
        <p:xfrm>
          <a:off x="609600" y="1370364"/>
          <a:ext cx="109728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98376981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103726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983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AICTE officers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repeat checking; only exceptions reach them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11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Institutions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 “what’s missing” report; fix gaps before submission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17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Students and parents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Approvals rest on verified documents, so they can trust an institution’s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482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93FA8F-C751-6E62-1B43-71BB1E02393F}"/>
              </a:ext>
            </a:extLst>
          </p:cNvPr>
          <p:cNvSpPr txBox="1"/>
          <p:nvPr/>
        </p:nvSpPr>
        <p:spPr>
          <a:xfrm>
            <a:off x="3047035" y="844952"/>
            <a:ext cx="6525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                   Impact on the Target Audience</a:t>
            </a:r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6546C47-210B-4AAD-5F14-8B5113F50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08284"/>
              </p:ext>
            </p:extLst>
          </p:nvPr>
        </p:nvGraphicFramePr>
        <p:xfrm>
          <a:off x="518160" y="1849120"/>
          <a:ext cx="11201400" cy="4551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86AE47C1-08A2-81FD-6FE7-EE66A14A45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152588"/>
              </p:ext>
            </p:extLst>
          </p:nvPr>
        </p:nvGraphicFramePr>
        <p:xfrm>
          <a:off x="833120" y="4876800"/>
          <a:ext cx="10099040" cy="1341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8B31BE38-C518-ACF4-5084-6FEF09672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9273869"/>
              </p:ext>
            </p:extLst>
          </p:nvPr>
        </p:nvGraphicFramePr>
        <p:xfrm>
          <a:off x="518160" y="4740278"/>
          <a:ext cx="11201400" cy="1294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 44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A5A41D-0337-D87B-54A3-73D0C49A3FF0}"/>
              </a:ext>
            </a:extLst>
          </p:cNvPr>
          <p:cNvSpPr/>
          <p:nvPr/>
        </p:nvSpPr>
        <p:spPr>
          <a:xfrm>
            <a:off x="421213" y="1156143"/>
            <a:ext cx="4180994" cy="48841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1. AICTE and Regulatory Sources</a:t>
            </a:r>
            <a:endParaRPr lang="en-IN" dirty="0"/>
          </a:p>
          <a:p>
            <a:pPr lvl="0"/>
            <a:r>
              <a:rPr lang="en-IN" dirty="0"/>
              <a:t>AICTE Approval Process Handbook (current edition): source for the checklists and rules. Download from </a:t>
            </a:r>
            <a:r>
              <a:rPr lang="en-IN" dirty="0">
                <a:hlinkClick r:id="rId4"/>
              </a:rPr>
              <a:t>https://www.aicte-india.org</a:t>
            </a:r>
            <a:endParaRPr lang="en-IN" dirty="0"/>
          </a:p>
          <a:p>
            <a:pPr lvl="0"/>
            <a:r>
              <a:rPr lang="en-IN" dirty="0"/>
              <a:t>AICTE Extension of Approval (</a:t>
            </a:r>
            <a:r>
              <a:rPr lang="en-IN" dirty="0" err="1"/>
              <a:t>EoA</a:t>
            </a:r>
            <a:r>
              <a:rPr lang="en-IN" dirty="0"/>
              <a:t>) guidelines: </a:t>
            </a:r>
            <a:r>
              <a:rPr lang="en-IN" dirty="0">
                <a:hlinkClick r:id="rId4"/>
              </a:rPr>
              <a:t>https://www.aicte-india.org</a:t>
            </a:r>
            <a:endParaRPr lang="en-IN" dirty="0"/>
          </a:p>
          <a:p>
            <a:pPr lvl="0"/>
            <a:r>
              <a:rPr lang="en-IN" dirty="0" err="1"/>
              <a:t>DigiLocker</a:t>
            </a:r>
            <a:r>
              <a:rPr lang="en-IN" dirty="0"/>
              <a:t> (issuer-verified documents): </a:t>
            </a:r>
            <a:r>
              <a:rPr lang="en-IN" dirty="0">
                <a:hlinkClick r:id="rId5"/>
              </a:rPr>
              <a:t>https://www.digilocker.gov.in</a:t>
            </a:r>
            <a:endParaRPr lang="en-IN" dirty="0"/>
          </a:p>
          <a:p>
            <a:pPr lvl="0"/>
            <a:r>
              <a:rPr lang="en-IN" dirty="0"/>
              <a:t>IT Act, 2000 (digital signatures) and DPDP Act, 2023 (data protection): </a:t>
            </a:r>
            <a:r>
              <a:rPr lang="en-IN" dirty="0">
                <a:hlinkClick r:id="rId6"/>
              </a:rPr>
              <a:t>https://www.meity.gov.in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89F26-4608-2E38-7B86-1622B4D19C00}"/>
              </a:ext>
            </a:extLst>
          </p:cNvPr>
          <p:cNvSpPr/>
          <p:nvPr/>
        </p:nvSpPr>
        <p:spPr>
          <a:xfrm>
            <a:off x="4602207" y="1156142"/>
            <a:ext cx="7427729" cy="22078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2. Research Work</a:t>
            </a:r>
            <a:endParaRPr lang="en-IN"/>
          </a:p>
          <a:p>
            <a:pPr lvl="0"/>
            <a:r>
              <a:rPr lang="en-IN"/>
              <a:t>LayoutLM: Pre-training of Text and Layout for Document Image Understanding (Xu et al., 2020): </a:t>
            </a:r>
            <a:r>
              <a:rPr lang="en-IN">
                <a:hlinkClick r:id="rId7"/>
              </a:rPr>
              <a:t>https://arxiv.org/abs/1912.13318</a:t>
            </a:r>
            <a:r>
              <a:rPr lang="en-IN"/>
              <a:t>. This is the basis for layout-aware extraction.</a:t>
            </a:r>
          </a:p>
          <a:p>
            <a:pPr lvl="0"/>
            <a:r>
              <a:rPr lang="en-IN"/>
              <a:t>Perceptual hashing for duplicate and near-duplicate image detection: </a:t>
            </a:r>
            <a:r>
              <a:rPr lang="en-IN">
                <a:hlinkClick r:id="rId8"/>
              </a:rPr>
              <a:t>https://phash.org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B19FD-F9A4-FB78-B0DD-B634A6D04BAE}"/>
              </a:ext>
            </a:extLst>
          </p:cNvPr>
          <p:cNvSpPr/>
          <p:nvPr/>
        </p:nvSpPr>
        <p:spPr>
          <a:xfrm>
            <a:off x="4602480" y="3494021"/>
            <a:ext cx="7427456" cy="25295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3. Tools and Documentation</a:t>
            </a:r>
            <a:endParaRPr lang="en-IN" dirty="0"/>
          </a:p>
          <a:p>
            <a:pPr lvl="0"/>
            <a:r>
              <a:rPr lang="en-IN" dirty="0"/>
              <a:t>Tesseract OCR: </a:t>
            </a:r>
            <a:r>
              <a:rPr lang="en-IN" dirty="0">
                <a:hlinkClick r:id="rId9"/>
              </a:rPr>
              <a:t>https://github.com/tesseract-ocr/tesseract</a:t>
            </a:r>
            <a:endParaRPr lang="en-IN" dirty="0"/>
          </a:p>
          <a:p>
            <a:pPr lvl="0"/>
            <a:r>
              <a:rPr lang="en-IN" dirty="0" err="1"/>
              <a:t>PaddleOCR</a:t>
            </a:r>
            <a:r>
              <a:rPr lang="en-IN" dirty="0"/>
              <a:t>: </a:t>
            </a:r>
            <a:r>
              <a:rPr lang="en-IN" dirty="0">
                <a:hlinkClick r:id="rId10"/>
              </a:rPr>
              <a:t>https://github.com/PaddlePaddle/PaddleOCR</a:t>
            </a:r>
            <a:endParaRPr lang="en-IN" dirty="0"/>
          </a:p>
          <a:p>
            <a:pPr lvl="0"/>
            <a:r>
              <a:rPr lang="en-IN" dirty="0"/>
              <a:t>OpenCV: </a:t>
            </a:r>
            <a:r>
              <a:rPr lang="en-IN" dirty="0">
                <a:hlinkClick r:id="rId11"/>
              </a:rPr>
              <a:t>https://opencv.org</a:t>
            </a:r>
            <a:endParaRPr lang="en-IN" dirty="0"/>
          </a:p>
          <a:p>
            <a:pPr lvl="0"/>
            <a:r>
              <a:rPr lang="en-IN" dirty="0" err="1"/>
              <a:t>PyMuPDF</a:t>
            </a:r>
            <a:r>
              <a:rPr lang="en-IN" dirty="0"/>
              <a:t> (PDF metadata and edit traces): </a:t>
            </a:r>
            <a:r>
              <a:rPr lang="en-IN" dirty="0">
                <a:hlinkClick r:id="rId12"/>
              </a:rPr>
              <a:t>https://pymupdf.readthedocs.io</a:t>
            </a:r>
            <a:endParaRPr lang="en-IN" dirty="0"/>
          </a:p>
          <a:p>
            <a:pPr lvl="0"/>
            <a:r>
              <a:rPr lang="en-IN" dirty="0"/>
              <a:t>Gemini API: </a:t>
            </a:r>
            <a:r>
              <a:rPr lang="en-IN" dirty="0">
                <a:hlinkClick r:id="rId13"/>
              </a:rPr>
              <a:t>https://ai.google.dev/gemini-api/docs</a:t>
            </a:r>
            <a:endParaRPr lang="en-IN" dirty="0"/>
          </a:p>
          <a:p>
            <a:pPr lvl="0"/>
            <a:r>
              <a:rPr lang="en-IN" dirty="0" err="1"/>
              <a:t>FastAPI</a:t>
            </a:r>
            <a:r>
              <a:rPr lang="en-IN" dirty="0"/>
              <a:t>: </a:t>
            </a:r>
            <a:r>
              <a:rPr lang="en-IN" dirty="0">
                <a:hlinkClick r:id="rId14"/>
              </a:rPr>
              <a:t>https://fastapi.tiangolo.com</a:t>
            </a:r>
            <a:endParaRPr lang="en-IN" dirty="0"/>
          </a:p>
          <a:p>
            <a:pPr lvl="0"/>
            <a:r>
              <a:rPr lang="en-IN" dirty="0"/>
              <a:t>PostgreSQL: </a:t>
            </a:r>
            <a:r>
              <a:rPr lang="en-IN" dirty="0">
                <a:hlinkClick r:id="rId15"/>
              </a:rPr>
              <a:t>https://www.postgresql.org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7602</TotalTime>
  <Words>873</Words>
  <Application>Microsoft Office PowerPoint</Application>
  <PresentationFormat>Widescreen</PresentationFormat>
  <Paragraphs>119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ShowYourWork The AI Document Checker That Never Accuses, Only Shows Evidence Flag. Verify. Decide.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P. Thangeswari</cp:lastModifiedBy>
  <cp:revision>149</cp:revision>
  <dcterms:created xsi:type="dcterms:W3CDTF">2013-12-12T18:46:50Z</dcterms:created>
  <dcterms:modified xsi:type="dcterms:W3CDTF">2026-10-26T08:20:39Z</dcterms:modified>
  <cp:category/>
</cp:coreProperties>
</file>